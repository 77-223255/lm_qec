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6"/>
  </p:normalViewPr>
  <p:slideViewPr>
    <p:cSldViewPr snapToGrid="0" snapToObjects="1">
      <p:cViewPr varScale="1">
        <p:scale>
          <a:sx n="118" d="100"/>
          <a:sy n="118" d="100"/>
        </p:scale>
        <p:origin x="9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18:52.97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9402 7614,'34'31,"-5"-3,-1 0,3 4,-7-8,2 3,3 10,-2 0,-10-16,1 0,5 8,2 4,-3-4,4 6,-8-13,-1 0,10 14,-2 2,-1-8,1 1,-2 8,-7-18,0-2,2 10,-4-14,3 6,-8-9,-4-8,1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18:54.15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10031 7731,'-31'24,"6"-3,-2 0,-12 5,8-4,-4 0,6-4,-3-1,3-1,-2 2,1 0,-10 4,-1 1,5-3,4-2,0 1,-5-2,5-1,18-6,-14 4,22-8,-5 6,5-8,-3 2,1-2,3 0,-9 9,7-3,-7 2,7-4,-1-2,3-1,-3 3,2-3,-1 3,1-1,-1-3,1 5,-2-3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19:29.37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22891 7457,'26'30,"0"1,0 0,-9-10,0-1,6 8,5 4,-2-3,1-1,-2-2,0 3,1 2,4 0,4 3,-3-3,-6 0,0-2,-1-4,2 0,-2 0,7 15,-2-2,-5-10,2 2,4 6,4 6,-7-7,-10-14,-2-2,14 16,-2-3,-8-8,-7-9,3 3,-12-15,0 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19:30.28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23588 7272,'3'28,"-1"-7,-2-5,0-9,0 14,0-11,0 4,3-2,-2-3,1 0,-2 3,0-6,-3 10,2-9,-11 25,7-19,-6 13,1-10,-6 0,-5 7,-2 1,-9 8,5-2,-3 2,-1-4,2-1,12-8,-2 1,-13 11,-6 5,4-6,12-10,0 0,-4 4,-2 3,0-2,-4 1,4-3,-4 6,10-9,-1 1,-10 11,10-11,-14 11,26-18,-7 5,2-1,8-4,-15 10,20-13,-11 3,14-8,-3-1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0:01.31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20032 3683,'17'25,"1"0,6 12,2 0,0 2,-14-16,0 1,9 6,2 3,-5 1,-1-2,-2-10,1 1,3 9,1 2,5 3,-2-1,-11-15,0 2,11 13,4 6,-4-6,4 7,-1-6,3 2,-5-7,-3-3,4 3,5 5,-3 0,-10-9,1-6,3 2,-5-1,0-2,9 9,-4-7,-3-1,-6-7,0 0,-10-13,-2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0:02.27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20946 3853,'-40'19,"0"3,1 7,7-2,-1 0,9-10,-2 1,-3 5,-5 6,0-1,3-4,0-3,0-1,-4 7,-3 3,3-2,-2 1,3-3,11-6,-1 1,-9 5,-4 3,6-3,-1 5,1-6,0-1,12-4,4-2,0 0,-5 2,1-1,8-5,-5 5,-2-1,3-3,-6 8,7-11,5 0,0-6,5 3,-11 1,10 0,-11 0,5 3,2-8,2 7,4-9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1:49.34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14768 7649,'22'29,"2"0,3 2,-4-4,6 7,-7-9,6 7,3 4,3 2,0 1,0-1,-3-3,-5-6,1 1,-4-5,0 1,6 7,-4-5,4 4,3 5,3 2,1 3,1 0,1 1,-1-1,-2-2,-2-2,-3-4,-4-5,10 10,-7-7,0-2,3 6,-2-3,2 4,1 3,2-1,-1 0,-1-2,-2-4,1 0,0-3,-1-2,-4-2,-3-3,2 2,-2-1,9 6,3 1,-9-9,-12-14,-5-1,-8-7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1:49.89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15843 8068,'-32'22,"5"1,-1 3,3-6,-1 1,-5 7,-5 5,7-7,-6 3,-2 2,0 0,3-3,3-3,2-2,0 1,-6 3,4-1,-6 3,-2 3,-2 1,0 1,2-3,3-1,4-4,-1 0,5-3,0 0,-2 1,-5 4,-4 2,0 1,2-1,6-4,-7 10,7-4,3-7,1-1,0 3,2-2,0 0,15-15,-5 5,12-13,1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2:16.53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22823 6672,'22'33,"0"0,1 1,1 3,1 0,2 4,-6-8,1 2,1 2,0 0,-1-3,2 2,-2-3,1 1,2 4,-4-3,3 4,0 2,1 1,-1-1,-1-3,-3-3,2 1,-3-4,0-1,0 2,3 5,0 0,0 1,-1-2,2 8,-1 0,-2-5,1-2,-2-2,-1-4,1 2,-4-6,-4-3,4-4,-15-15,3-4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2:16.99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23541 6827,'-13'23,"1"0,-1 4,-2 3,-4 0,-2 4,1-1,4-4,2 1,-5 5,0-5,-3 7,-4 3,-2 2,0 0,0 0,3-3,2-3,-3 6,3-4,-1 1,-4 5,6-10,-4 5,-1 3,-3 2,0 1,0-1,1 0,2-3,2-4,3-5,-3 6,4-6,0-2,-1 4,-5 5,-2 5,-1 0,3-3,5-7,-1 4,5-7,-10 10,11-11,14-26,1-3,2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3:11.59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19929 3714,'17'20,"0"-1,5 1,0 0,-3 3,1 0,3 1,1 1,0 1,3 5,-3-2,6 8,3 3,1 2,-3-3,-3-5,3 2,-3-5,5 8,-10-11,3 5,4 4,1 3,0 1,1 1,-1-2,-2-3,-3-3,-4-5,9 12,-5-7,2 4,-1-2,3 5,0 0,-2-2,-3-6,8 10,-7-9,-4-3,5 2,-24-27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3:12.0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20951 3370,'-11'35,"-3"5,6-13,-4 4,-5 0,-5 5,-1 1,3-4,0 6,-1 2,0-5,-5 5,-3 4,0 0,2-2,4-7,0 1,0-1,0 0,0 0,1 0,-1 2,1-1,-1 0,0 2,-3 3,5-7,-2 2,-1 3,-2 0,1 1,0 0,1-2,2-3,3-3,-7 11,4-5,1-1,-2 3,3-6,-1 2,-1 1,0 0,1-1,2-2,-6 11,1-1,2-3,3-4,-1 2,2-2,-1 1,-1 1,7-9,9-14,-1 5,5-19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3:45.60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14866 7245,'19'29,"1"0,1-7,0 0,2 10,3 6,0-7,7 6,2 1,0 0,-5-5,-1 0,-2-4,4 6,-5-6,4 5,3 2,0 1,-1-1,-2-4,-5-5,11 10,-3-5,-3-2,1 1,-6-6,7 7,-16-18,-4-3,-9-11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3:46.02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15531 7207,'-27'25,"1"0,-1-3,-7 6,-3 2,-2 1,3-2,5-3,-1 3,4-2,-6 3,3-4,-5 4,-2 1,-3 2,0 1,2 0,2-2,4-1,2 0,-1 0,2 0,0 0,0-2,1 0,-5 3,2-2,1 0,-3 1,-2 5,6-6,-4 4,-1 3,-2 1,-1 1,1 0,1-1,2-3,4-4,4-3,-12 10,7-6,-3 4,4-5,-4 6,-1 1,1-1,5-4,7-9,-5 7,12-11,9-10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3:46.93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22714 7481,'20'21,"0"1,3 5,2 5,1-1,-2-6,1 0,0 2,2 6,0 2,7 6,-9-13,4 4,3 4,2 2,2 1,1 0,-2 0,-1-2,-2-3,-5-4,3 3,-4-4,-2-3,3 3,4 5,-5-7,4 3,2 3,3 3,2 1,0 1,1 0,0-1,-2-1,-2-3,-3-2,-3-4,-3-5,12 11,-6-7,2 1,0-2,4 4,0-1,-4-4,-7-6,5 0,-15-10,-10-5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3:47.37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23842 7553,'-29'24,"0"0,1 2,-4 4,0 1,2-2,1-2,1-1,-5 6,8-7,-3 4,-3 3,-2 3,-2 1,0 1,0 0,2-2,1-2,4-4,-8 8,3-4,1-1,0 1,-3 4,7-7,-2 2,-1 2,-1 2,0-1,0 1,1-2,1-1,2-3,-9 10,1-2,2-2,2-2,2-1,-1 6,2-4,0 2,0-4,-2 3,1-3,6-6,3-6,5-4,-5 9,15-26,6 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4:26.64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17483 4833,'17'30,"8"8,-13-18,9 9,-3-7,-1 0,3 6,12 7,-1-1,-12-5,2-7,5 4,-4 4,2 3,-2-5,-3-7,1 1,4 7,4 8,1 0,-4-5,0-3,-2-1,4 8,0 0,2-3,-3-5,-8-6,13 11,-25-23,-1-4,-2-4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4:27.41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18191 4917,'-36'27,"0"1,8-3,0 0,7-7,-1-1,-12 11,-3 3,3-4,-2 1,3-2,2-3,-1 2,-5 2,-7 6,1-1,8-4,9-3,1-1,-6 0,-5 1,3 0,-3 9,5-3,-8-2,10-5,2-2,5-7,7-5,-1 3,6-9,1 4,0-6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9:06.60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12416 7540,'30'12,"-1"0,-2-4,0 3,3 14,5 9,-5-8,7 3,1 3,1 0,-5-2,-3 0,-2-1,-1 1,4 2,0-3,2 2,3 0,-1 1,-1 0,-3-2,2 7,-2-1,-2-1,-3-4,7 4,-2 0,-5-6,3 4,-3-2,-9-7,-9-5,20 14,-28-25,1-8,-2 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9:07.10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13235 7389,'-25'28,"-3"10,1-8,-4 1,4-3,-2 3,2-3,-3 5,-1-1,4-4,-3 0,1 0,3 2,-1 3,2-2,-3 1,4-3,7-7,0 0,-4 4,-1 2,3-3,-1 4,-4 8,14-21,6-10,-1 0,5-4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9:14.02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15434 7880,'35'30,"-15"-12,0 1,18 11,-14-4,2 2,11 4,1 1,-16-8,0 1,2-2,3 2,-6-4,-5 6,17 9,-24-11,0-18,-3 10,-3-12,0-1,-3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9:14.56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15840 7744,'-27'24,"0"3,0-8,-5 4,0-1,4-1,0 1,-2 1,-6 4,-5 3,0 0,2-1,6-5,1 0,1-1,1 0,-6 6,2 0,-2 1,3-1,-1 3,0-2,4-3,-4 1,2 1,6-2,-3 5,2-1,5-7,-10 5,12-4,5-3,8-12,1-4,3-4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9:23.27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17727 6006,'30'23,"-1"-5,-10 0,14 0,8 10,-1 0,1-4,0 1,-20-10,-1 2,17 8,5 4,-8-5,1 1,-3-2,-6-4,2 1,4 3,6 4,1-1,-6-4,-5-6,-2-1,12 9,2 0,-7-11,-5-3,-9-4,11 2,-28-8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15T13:29:23.71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18650 5980,'-31'20,"3"-8,-5 12,-2 5,10-6,0 0,-13 6,-3 3,7 0,-1 3,3-4,6-8,0-1,-2 3,-4 3,0 0,5-4,7-4,1-2,-14 9,1 0,14-7,2-2,-12 7,8-5,2-2,6-7,-12 5,15-7,0-5,0 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977257-6948-2E4A-9EDB-1138CB167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AAF55B5-0B39-B24E-801E-668328F0D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A83BD9-0713-FD46-9306-49512541F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8235-B818-424D-9141-0574D5457D55}" type="datetimeFigureOut">
              <a:rPr kumimoji="1" lang="zh-CN" altLang="en-US" smtClean="0"/>
              <a:t>2024/4/15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A4DF2F-E50E-3144-8485-AE6CC24CA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50EE5B-0381-734A-9261-80AA24505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E0D3-9A35-6443-A1A3-73970A7E3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292FAA-B067-B745-BC8E-215EE9D3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D445A-580E-EB4C-82C3-89E3EB442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97650-E992-EA41-A43E-9B6C4DE0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8235-B818-424D-9141-0574D5457D55}" type="datetimeFigureOut">
              <a:rPr kumimoji="1" lang="zh-CN" altLang="en-US" smtClean="0"/>
              <a:t>2024/4/15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604C90-954B-A047-A882-12A1E1F78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6F3185-9A7C-744D-B547-DF0BF252C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E0D3-9A35-6443-A1A3-73970A7E3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7430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9171FD-C4F0-084B-BBD3-9EF391844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0B9F68-2421-D942-BCB9-3A149912C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3C1104-3B99-A647-90DE-1E83EA641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8235-B818-424D-9141-0574D5457D55}" type="datetimeFigureOut">
              <a:rPr kumimoji="1" lang="zh-CN" altLang="en-US" smtClean="0"/>
              <a:t>2024/4/15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5A9FAC-0FD5-6348-ABE5-F8DD0D2B6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468273-1307-344D-9E61-ACCDAA97B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E0D3-9A35-6443-A1A3-73970A7E3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3506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02EB7D-3727-9D4D-9CD6-71F5F0D1A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B67CF6-7177-DF48-BD3F-E861914CD1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41AB22-4ACF-0042-974C-7F0E3BC42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AB3486-01B3-E742-9338-7B0A2A5BD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8235-B818-424D-9141-0574D5457D55}" type="datetimeFigureOut">
              <a:rPr kumimoji="1" lang="zh-CN" altLang="en-US" smtClean="0"/>
              <a:t>2024/4/15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678DE2-25D3-A043-9156-FAA9A1860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AD184C-BC71-FC45-B4C4-1FA95921A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E0D3-9A35-6443-A1A3-73970A7E3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2301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76C078-0B73-8E4A-8B7F-EC5D3C25B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378ECA-8F4A-5C4E-9A59-AC8DC1BF1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F57EE1-842C-3748-A76C-33DBC7E4C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FD47719-B95F-EB4B-B1EC-69D1C0053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910B7D8-CF75-AF46-8E2C-170571099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90A2618-2817-904D-83B4-DF036E7B6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8235-B818-424D-9141-0574D5457D55}" type="datetimeFigureOut">
              <a:rPr kumimoji="1" lang="zh-CN" altLang="en-US" smtClean="0"/>
              <a:t>2024/4/15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8B677D8-BC7D-C94B-8141-0626E6CAC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CB964D-FFDD-2247-8473-035F5EE63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E0D3-9A35-6443-A1A3-73970A7E3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308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9580ED-EE72-3A40-A1EC-0B4005A37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6B58DD-628D-4C44-8113-9C783529C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8235-B818-424D-9141-0574D5457D55}" type="datetimeFigureOut">
              <a:rPr kumimoji="1" lang="zh-CN" altLang="en-US" smtClean="0"/>
              <a:t>2024/4/15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41C77F-475A-4748-BB19-727204610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15E848-E420-854B-A3F1-0A643FFB6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E0D3-9A35-6443-A1A3-73970A7E3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279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E63DEA-2884-5244-8C07-EC2E907A4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8235-B818-424D-9141-0574D5457D55}" type="datetimeFigureOut">
              <a:rPr kumimoji="1" lang="zh-CN" altLang="en-US" smtClean="0"/>
              <a:t>2024/4/15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F31788-E7E8-8C47-9508-A85B0FA58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1D7631-882F-7E45-9773-E88E87885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E0D3-9A35-6443-A1A3-73970A7E3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4179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E1C461-F43F-0844-9B8E-ACF24F95F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2E7EE5-4D35-0F43-BA25-40C812144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24271B-503E-EF41-9856-553263F1B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842614-109B-1B4B-8FFD-DDB8E0FA2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8235-B818-424D-9141-0574D5457D55}" type="datetimeFigureOut">
              <a:rPr kumimoji="1" lang="zh-CN" altLang="en-US" smtClean="0"/>
              <a:t>2024/4/15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02A27A-2103-C647-A788-99989740E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764F42-CEC1-3A41-9D87-EBB36421D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E0D3-9A35-6443-A1A3-73970A7E3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9912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83541-61F3-1E42-9027-17C6C6B4F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0849CA3-8D9E-0B40-A10E-FB802DA9C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5E1377-C0A7-CB48-8B08-9E2ED9511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20CA01-A9FC-E34A-8EB6-A049B3ED0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8235-B818-424D-9141-0574D5457D55}" type="datetimeFigureOut">
              <a:rPr kumimoji="1" lang="zh-CN" altLang="en-US" smtClean="0"/>
              <a:t>2024/4/15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886B2F-ED13-0048-B6C0-A90DC6F50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F2BCB5-96F8-CD4A-84FE-FD7C78AE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E0D3-9A35-6443-A1A3-73970A7E3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989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D0D03-126C-1442-83BE-F4D06AA69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BA3263-BBC5-C24D-A52A-758FD8A80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DADBDB-BCD4-1947-8350-8556FFF3F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8235-B818-424D-9141-0574D5457D55}" type="datetimeFigureOut">
              <a:rPr kumimoji="1" lang="zh-CN" altLang="en-US" smtClean="0"/>
              <a:t>2024/4/15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854328-09A7-C743-BF96-DE474EC0A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63802A-D95B-604D-B8CC-585303FA4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E0D3-9A35-6443-A1A3-73970A7E3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4767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089401D-ECE4-9641-8155-8B3EBEC35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60C9AF-FBC9-8842-9447-90B23BF86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16812A-B157-3E42-BA55-1FCB7BAFE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8235-B818-424D-9141-0574D5457D55}" type="datetimeFigureOut">
              <a:rPr kumimoji="1" lang="zh-CN" altLang="en-US" smtClean="0"/>
              <a:t>2024/4/15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685796-4C20-5E42-902F-20D97758F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9ED90B-E4E7-534A-8E20-167B8E05D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E0D3-9A35-6443-A1A3-73970A7E3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1968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10D3518-7389-B241-BD11-98085BE3E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131218-48DE-0C45-A444-3FE75208F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9C4417-CCF6-AD47-A9E9-A85225274B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A8235-B818-424D-9141-0574D5457D55}" type="datetimeFigureOut">
              <a:rPr kumimoji="1" lang="zh-CN" altLang="en-US" smtClean="0"/>
              <a:t>2024/4/15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F2A3B4-DA13-F64F-8419-B1C687C5C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DDFC08-FEAD-744F-956B-DFD643432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7E0D3-9A35-6443-A1A3-73970A7E38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4968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12.xml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11.xml"/><Relationship Id="rId5" Type="http://schemas.openxmlformats.org/officeDocument/2006/relationships/customXml" Target="../ink/ink8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10.xml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18.xml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12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17.xml"/><Relationship Id="rId5" Type="http://schemas.openxmlformats.org/officeDocument/2006/relationships/customXml" Target="../ink/ink14.xml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customXml" Target="../ink/ink16.xml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customXml" Target="../ink/ink24.xml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12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customXml" Target="../ink/ink23.xml"/><Relationship Id="rId5" Type="http://schemas.openxmlformats.org/officeDocument/2006/relationships/customXml" Target="../ink/ink20.xml"/><Relationship Id="rId10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customXml" Target="../ink/ink22.xml"/><Relationship Id="rId1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CBA23-2073-2147-AC91-16DDC7E2FB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0A36D4-4F15-3F49-A16E-1BBC74A508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D9BC50-BCC1-6140-B3F6-2A91E9C10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948" y="0"/>
            <a:ext cx="9764103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25ABBE0B-874D-404E-8331-CEA89FA0E91C}"/>
                  </a:ext>
                </a:extLst>
              </p14:cNvPr>
              <p14:cNvContentPartPr/>
              <p14:nvPr/>
            </p14:nvContentPartPr>
            <p14:xfrm>
              <a:off x="3384720" y="2741040"/>
              <a:ext cx="223200" cy="2725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25ABBE0B-874D-404E-8331-CEA89FA0E9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68880" y="2677680"/>
                <a:ext cx="25452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9AFF72A5-B259-2446-90CB-CD4EB29F6957}"/>
                  </a:ext>
                </a:extLst>
              </p14:cNvPr>
              <p14:cNvContentPartPr/>
              <p14:nvPr/>
            </p14:nvContentPartPr>
            <p14:xfrm>
              <a:off x="3330720" y="2783160"/>
              <a:ext cx="280800" cy="1872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9AFF72A5-B259-2446-90CB-CD4EB29F69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14880" y="2719800"/>
                <a:ext cx="31212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2ACFF395-86E5-F041-8CEE-BE46BD23B9C9}"/>
                  </a:ext>
                </a:extLst>
              </p14:cNvPr>
              <p14:cNvContentPartPr/>
              <p14:nvPr/>
            </p14:nvContentPartPr>
            <p14:xfrm>
              <a:off x="8240760" y="2684520"/>
              <a:ext cx="307080" cy="35640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2ACFF395-86E5-F041-8CEE-BE46BD23B9C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24920" y="2621160"/>
                <a:ext cx="338400" cy="4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949FDAA9-9BD2-F04D-871E-B642F9375368}"/>
                  </a:ext>
                </a:extLst>
              </p14:cNvPr>
              <p14:cNvContentPartPr/>
              <p14:nvPr/>
            </p14:nvContentPartPr>
            <p14:xfrm>
              <a:off x="8192160" y="2617920"/>
              <a:ext cx="303840" cy="38484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949FDAA9-9BD2-F04D-871E-B642F937536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76320" y="2554560"/>
                <a:ext cx="335160" cy="51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9D1EE2AE-55C7-FF48-A6AC-558B87D348D3}"/>
                  </a:ext>
                </a:extLst>
              </p14:cNvPr>
              <p14:cNvContentPartPr/>
              <p14:nvPr/>
            </p14:nvContentPartPr>
            <p14:xfrm>
              <a:off x="7211520" y="1325880"/>
              <a:ext cx="294120" cy="43056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9D1EE2AE-55C7-FF48-A6AC-558B87D348D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95680" y="1262520"/>
                <a:ext cx="325440" cy="55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B14E4D28-0FD3-CB43-BD2D-53EA860CC22A}"/>
                  </a:ext>
                </a:extLst>
              </p14:cNvPr>
              <p14:cNvContentPartPr/>
              <p14:nvPr/>
            </p14:nvContentPartPr>
            <p14:xfrm>
              <a:off x="7138800" y="1387080"/>
              <a:ext cx="402120" cy="33588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B14E4D28-0FD3-CB43-BD2D-53EA860CC22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122960" y="1323720"/>
                <a:ext cx="433440" cy="4626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D98E618C-52A2-8644-BB7C-288A595F9882}"/>
              </a:ext>
            </a:extLst>
          </p:cNvPr>
          <p:cNvSpPr txBox="1"/>
          <p:nvPr/>
        </p:nvSpPr>
        <p:spPr>
          <a:xfrm>
            <a:off x="10798629" y="1756440"/>
            <a:ext cx="1402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去掉</a:t>
            </a:r>
            <a:r>
              <a:rPr kumimoji="1" lang="en-US" altLang="zh-CN" dirty="0"/>
              <a:t>【0,6】</a:t>
            </a:r>
          </a:p>
          <a:p>
            <a:r>
              <a:rPr kumimoji="1" lang="en-US" altLang="zh-CN" dirty="0"/>
              <a:t>【0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2】</a:t>
            </a:r>
          </a:p>
          <a:p>
            <a:r>
              <a:rPr kumimoji="1" lang="en-US" altLang="zh-CN" dirty="0"/>
              <a:t>【1,4】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9111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8E0E0-8490-FA4E-A474-CB5F09B75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59F114-7C2F-6547-904C-A8539F954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5375EF-E029-B84E-B3DC-41CDF7A00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948" y="0"/>
            <a:ext cx="9764103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2F418CB1-F962-0E4E-804E-B45E38B2F57B}"/>
                  </a:ext>
                </a:extLst>
              </p14:cNvPr>
              <p14:cNvContentPartPr/>
              <p14:nvPr/>
            </p14:nvContentPartPr>
            <p14:xfrm>
              <a:off x="5316480" y="2753640"/>
              <a:ext cx="552240" cy="59940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2F418CB1-F962-0E4E-804E-B45E38B2F5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00640" y="2690280"/>
                <a:ext cx="583560" cy="72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6928592D-8EB4-1641-B166-15130521FA81}"/>
                  </a:ext>
                </a:extLst>
              </p14:cNvPr>
              <p14:cNvContentPartPr/>
              <p14:nvPr/>
            </p14:nvContentPartPr>
            <p14:xfrm>
              <a:off x="5225400" y="2904480"/>
              <a:ext cx="478440" cy="40464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6928592D-8EB4-1641-B166-15130521FA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09560" y="2841120"/>
                <a:ext cx="509760" cy="53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8A363616-6136-9243-9D2F-FEFFB5BE3C0C}"/>
                  </a:ext>
                </a:extLst>
              </p14:cNvPr>
              <p14:cNvContentPartPr/>
              <p14:nvPr/>
            </p14:nvContentPartPr>
            <p14:xfrm>
              <a:off x="8216280" y="2401920"/>
              <a:ext cx="310320" cy="51840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8A363616-6136-9243-9D2F-FEFFB5BE3C0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00440" y="2338560"/>
                <a:ext cx="341640" cy="64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3F574B8E-7748-D743-A3C2-ED905DC0FCDF}"/>
                  </a:ext>
                </a:extLst>
              </p14:cNvPr>
              <p14:cNvContentPartPr/>
              <p14:nvPr/>
            </p14:nvContentPartPr>
            <p14:xfrm>
              <a:off x="8098560" y="2457720"/>
              <a:ext cx="376560" cy="59436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3F574B8E-7748-D743-A3C2-ED905DC0FCD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82720" y="2394360"/>
                <a:ext cx="407880" cy="72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ED9963BF-AFF5-8949-8786-79794E9C7175}"/>
                  </a:ext>
                </a:extLst>
              </p14:cNvPr>
              <p14:cNvContentPartPr/>
              <p14:nvPr/>
            </p14:nvContentPartPr>
            <p14:xfrm>
              <a:off x="7174440" y="1337040"/>
              <a:ext cx="397800" cy="49320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ED9963BF-AFF5-8949-8786-79794E9C717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58600" y="1273680"/>
                <a:ext cx="429120" cy="61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BA8EF208-C281-254D-881B-33531E057040}"/>
                  </a:ext>
                </a:extLst>
              </p14:cNvPr>
              <p14:cNvContentPartPr/>
              <p14:nvPr/>
            </p14:nvContentPartPr>
            <p14:xfrm>
              <a:off x="7121520" y="1213200"/>
              <a:ext cx="421200" cy="75456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BA8EF208-C281-254D-881B-33531E05704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105680" y="1149840"/>
                <a:ext cx="452520" cy="8812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D6AAD613-077C-F446-80E3-8F3D1C8101DE}"/>
              </a:ext>
            </a:extLst>
          </p:cNvPr>
          <p:cNvSpPr txBox="1"/>
          <p:nvPr/>
        </p:nvSpPr>
        <p:spPr>
          <a:xfrm>
            <a:off x="10798629" y="1756440"/>
            <a:ext cx="1402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去掉</a:t>
            </a:r>
            <a:r>
              <a:rPr kumimoji="1" lang="en-US" altLang="zh-CN" dirty="0"/>
              <a:t>【0,4】</a:t>
            </a:r>
          </a:p>
          <a:p>
            <a:r>
              <a:rPr kumimoji="1" lang="en-US" altLang="zh-CN" dirty="0"/>
              <a:t>【0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2】</a:t>
            </a:r>
          </a:p>
          <a:p>
            <a:r>
              <a:rPr kumimoji="1" lang="en-US" altLang="zh-CN" dirty="0"/>
              <a:t>【1,4】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3219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8EB73-1CE6-4644-AA8B-A21179A01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126746-FFE8-EA41-BD84-9B4E7D63D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9E215DA-A862-3448-B3E3-D917A8CC7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948" y="0"/>
            <a:ext cx="9764103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0DC4C5BC-A932-5146-917C-C8E87F33FD17}"/>
                  </a:ext>
                </a:extLst>
              </p14:cNvPr>
              <p14:cNvContentPartPr/>
              <p14:nvPr/>
            </p14:nvContentPartPr>
            <p14:xfrm>
              <a:off x="5351760" y="2608200"/>
              <a:ext cx="289440" cy="32040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0DC4C5BC-A932-5146-917C-C8E87F33FD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35920" y="2544840"/>
                <a:ext cx="32076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B7E3445A-998B-8645-8573-16C8DD3565C7}"/>
                  </a:ext>
                </a:extLst>
              </p14:cNvPr>
              <p14:cNvContentPartPr/>
              <p14:nvPr/>
            </p14:nvContentPartPr>
            <p14:xfrm>
              <a:off x="4990680" y="2594520"/>
              <a:ext cx="600840" cy="5799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B7E3445A-998B-8645-8573-16C8DD3565C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74840" y="2531160"/>
                <a:ext cx="632160" cy="70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EAF2208F-A998-9C4D-8509-0E62557E484A}"/>
                  </a:ext>
                </a:extLst>
              </p14:cNvPr>
              <p14:cNvContentPartPr/>
              <p14:nvPr/>
            </p14:nvContentPartPr>
            <p14:xfrm>
              <a:off x="8177040" y="2693160"/>
              <a:ext cx="533880" cy="53532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EAF2208F-A998-9C4D-8509-0E62557E484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61200" y="2629800"/>
                <a:ext cx="565200" cy="66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A99F8ED5-5601-AA4E-8D8A-3777287C453B}"/>
                  </a:ext>
                </a:extLst>
              </p14:cNvPr>
              <p14:cNvContentPartPr/>
              <p14:nvPr/>
            </p14:nvContentPartPr>
            <p14:xfrm>
              <a:off x="8056440" y="2719080"/>
              <a:ext cx="527040" cy="55368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A99F8ED5-5601-AA4E-8D8A-3777287C453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40600" y="2655720"/>
                <a:ext cx="558360" cy="6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2158A416-D1CF-0345-B2E2-DD9EF64AB628}"/>
                  </a:ext>
                </a:extLst>
              </p14:cNvPr>
              <p14:cNvContentPartPr/>
              <p14:nvPr/>
            </p14:nvContentPartPr>
            <p14:xfrm>
              <a:off x="6293880" y="1739880"/>
              <a:ext cx="249480" cy="31248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2158A416-D1CF-0345-B2E2-DD9EF64AB62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78040" y="1676520"/>
                <a:ext cx="280800" cy="4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8AED293E-A83B-0848-9E90-F3FE22C1982C}"/>
                  </a:ext>
                </a:extLst>
              </p14:cNvPr>
              <p14:cNvContentPartPr/>
              <p14:nvPr/>
            </p14:nvContentPartPr>
            <p14:xfrm>
              <a:off x="6202800" y="1770120"/>
              <a:ext cx="346320" cy="27504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8AED293E-A83B-0848-9E90-F3FE22C1982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86960" y="1706760"/>
                <a:ext cx="377640" cy="40176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22D6CE22-7ECA-624E-AF4F-FB83BD1AE158}"/>
              </a:ext>
            </a:extLst>
          </p:cNvPr>
          <p:cNvSpPr txBox="1"/>
          <p:nvPr/>
        </p:nvSpPr>
        <p:spPr>
          <a:xfrm>
            <a:off x="10798629" y="1756440"/>
            <a:ext cx="14029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去掉</a:t>
            </a:r>
            <a:r>
              <a:rPr kumimoji="1" lang="en-US" altLang="zh-CN" dirty="0"/>
              <a:t>【0,4】</a:t>
            </a:r>
          </a:p>
          <a:p>
            <a:r>
              <a:rPr kumimoji="1" lang="en-US" altLang="zh-CN" dirty="0"/>
              <a:t>【1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2】</a:t>
            </a:r>
          </a:p>
          <a:p>
            <a:r>
              <a:rPr kumimoji="1" lang="en-US" altLang="zh-CN" dirty="0"/>
              <a:t>【1,4】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043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D1CA6B-55B4-9640-B970-59167CA67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673BDF-D9F8-1F40-BA31-C7CE7ED34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9623E5E-9C7E-6B4D-B517-26B3C5998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168" y="0"/>
            <a:ext cx="9901664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14F92584-574D-6244-BBFB-51FA7559CECF}"/>
                  </a:ext>
                </a:extLst>
              </p14:cNvPr>
              <p14:cNvContentPartPr/>
              <p14:nvPr/>
            </p14:nvContentPartPr>
            <p14:xfrm>
              <a:off x="4469760" y="2714400"/>
              <a:ext cx="365400" cy="3409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14F92584-574D-6244-BBFB-51FA7559CE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53920" y="2651040"/>
                <a:ext cx="396720" cy="46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B5EF4557-EFFF-3E48-9426-B136CECE0969}"/>
                  </a:ext>
                </a:extLst>
              </p14:cNvPr>
              <p14:cNvContentPartPr/>
              <p14:nvPr/>
            </p14:nvContentPartPr>
            <p14:xfrm>
              <a:off x="4537800" y="2660040"/>
              <a:ext cx="227160" cy="26568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B5EF4557-EFFF-3E48-9426-B136CECE096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21960" y="2596680"/>
                <a:ext cx="25848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E8A509FF-902B-8F47-B8D0-805309014F27}"/>
                  </a:ext>
                </a:extLst>
              </p14:cNvPr>
              <p14:cNvContentPartPr/>
              <p14:nvPr/>
            </p14:nvContentPartPr>
            <p14:xfrm>
              <a:off x="5556240" y="2836800"/>
              <a:ext cx="156240" cy="17028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E8A509FF-902B-8F47-B8D0-805309014F2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40400" y="2773440"/>
                <a:ext cx="18756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260A4B57-AD5E-F44E-AC4D-AEED3E9251B3}"/>
                  </a:ext>
                </a:extLst>
              </p14:cNvPr>
              <p14:cNvContentPartPr/>
              <p14:nvPr/>
            </p14:nvContentPartPr>
            <p14:xfrm>
              <a:off x="5340960" y="2787840"/>
              <a:ext cx="361800" cy="31068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260A4B57-AD5E-F44E-AC4D-AEED3E9251B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25120" y="2724480"/>
                <a:ext cx="393120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AA3AF7E4-3527-3544-94CF-7D2494B25AC6}"/>
                  </a:ext>
                </a:extLst>
              </p14:cNvPr>
              <p14:cNvContentPartPr/>
              <p14:nvPr/>
            </p14:nvContentPartPr>
            <p14:xfrm>
              <a:off x="6381720" y="2162160"/>
              <a:ext cx="336960" cy="21384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AA3AF7E4-3527-3544-94CF-7D2494B25AC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65880" y="2098800"/>
                <a:ext cx="36828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BB37AF59-2BE9-E345-8D65-A8228523E0BB}"/>
                  </a:ext>
                </a:extLst>
              </p14:cNvPr>
              <p14:cNvContentPartPr/>
              <p14:nvPr/>
            </p14:nvContentPartPr>
            <p14:xfrm>
              <a:off x="6427800" y="2152800"/>
              <a:ext cx="286560" cy="24480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BB37AF59-2BE9-E345-8D65-A8228523E0B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11960" y="2089440"/>
                <a:ext cx="317880" cy="37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4217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36</Words>
  <Application>Microsoft Macintosh PowerPoint</Application>
  <PresentationFormat>宽屏</PresentationFormat>
  <Paragraphs>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Jian Lin</dc:creator>
  <cp:lastModifiedBy>Jian Lin</cp:lastModifiedBy>
  <cp:revision>1</cp:revision>
  <dcterms:created xsi:type="dcterms:W3CDTF">2024-04-15T13:16:27Z</dcterms:created>
  <dcterms:modified xsi:type="dcterms:W3CDTF">2024-04-15T13:30:04Z</dcterms:modified>
</cp:coreProperties>
</file>