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5" r:id="rId2"/>
    <p:sldId id="256" r:id="rId3"/>
    <p:sldId id="257" r:id="rId4"/>
    <p:sldId id="259" r:id="rId5"/>
    <p:sldId id="260" r:id="rId6"/>
    <p:sldId id="261" r:id="rId7"/>
    <p:sldId id="262" r:id="rId8"/>
    <p:sldId id="263" r:id="rId9"/>
    <p:sldId id="264" r:id="rId10"/>
    <p:sldId id="267" r:id="rId11"/>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7" d="100"/>
          <a:sy n="107" d="100"/>
        </p:scale>
        <p:origin x="84" y="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F1D859E-AA15-9B58-B06E-887F1D05A45B}"/>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8BBD0C40-4A4A-D0EF-675A-6A9D1D849EE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7A21FB67-13AE-2E0E-567C-1CCC52BCA73D}"/>
              </a:ext>
            </a:extLst>
          </p:cNvPr>
          <p:cNvSpPr>
            <a:spLocks noGrp="1"/>
          </p:cNvSpPr>
          <p:nvPr>
            <p:ph type="dt" sz="half" idx="10"/>
          </p:nvPr>
        </p:nvSpPr>
        <p:spPr/>
        <p:txBody>
          <a:bodyPr/>
          <a:lstStyle/>
          <a:p>
            <a:fld id="{709795E4-5AA8-40E2-85F7-8BE41E017414}" type="datetimeFigureOut">
              <a:rPr lang="zh-CN" altLang="en-US" smtClean="0"/>
              <a:t>2026/4/22</a:t>
            </a:fld>
            <a:endParaRPr lang="zh-CN" altLang="en-US"/>
          </a:p>
        </p:txBody>
      </p:sp>
      <p:sp>
        <p:nvSpPr>
          <p:cNvPr id="5" name="页脚占位符 4">
            <a:extLst>
              <a:ext uri="{FF2B5EF4-FFF2-40B4-BE49-F238E27FC236}">
                <a16:creationId xmlns:a16="http://schemas.microsoft.com/office/drawing/2014/main" id="{650A752F-D710-6D7E-942D-95A44190C0F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6EE6188-45A6-E293-B406-B3CD53123833}"/>
              </a:ext>
            </a:extLst>
          </p:cNvPr>
          <p:cNvSpPr>
            <a:spLocks noGrp="1"/>
          </p:cNvSpPr>
          <p:nvPr>
            <p:ph type="sldNum" sz="quarter" idx="12"/>
          </p:nvPr>
        </p:nvSpPr>
        <p:spPr/>
        <p:txBody>
          <a:bodyPr/>
          <a:lstStyle/>
          <a:p>
            <a:fld id="{28B4A736-0796-44DF-88AE-29226F9DDDB9}" type="slidenum">
              <a:rPr lang="zh-CN" altLang="en-US" smtClean="0"/>
              <a:t>‹#›</a:t>
            </a:fld>
            <a:endParaRPr lang="zh-CN" altLang="en-US"/>
          </a:p>
        </p:txBody>
      </p:sp>
    </p:spTree>
    <p:extLst>
      <p:ext uri="{BB962C8B-B14F-4D97-AF65-F5344CB8AC3E}">
        <p14:creationId xmlns:p14="http://schemas.microsoft.com/office/powerpoint/2010/main" val="22370305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7C2BA55-C955-6F27-C813-C14267947FAC}"/>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113F76A1-CBA3-90ED-97F9-C01987863870}"/>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ADF5DE68-F970-7A5D-AB8D-B8F45F1EDED9}"/>
              </a:ext>
            </a:extLst>
          </p:cNvPr>
          <p:cNvSpPr>
            <a:spLocks noGrp="1"/>
          </p:cNvSpPr>
          <p:nvPr>
            <p:ph type="dt" sz="half" idx="10"/>
          </p:nvPr>
        </p:nvSpPr>
        <p:spPr/>
        <p:txBody>
          <a:bodyPr/>
          <a:lstStyle/>
          <a:p>
            <a:fld id="{709795E4-5AA8-40E2-85F7-8BE41E017414}" type="datetimeFigureOut">
              <a:rPr lang="zh-CN" altLang="en-US" smtClean="0"/>
              <a:t>2026/4/22</a:t>
            </a:fld>
            <a:endParaRPr lang="zh-CN" altLang="en-US"/>
          </a:p>
        </p:txBody>
      </p:sp>
      <p:sp>
        <p:nvSpPr>
          <p:cNvPr id="5" name="页脚占位符 4">
            <a:extLst>
              <a:ext uri="{FF2B5EF4-FFF2-40B4-BE49-F238E27FC236}">
                <a16:creationId xmlns:a16="http://schemas.microsoft.com/office/drawing/2014/main" id="{E7EBCACD-CBDF-8657-C132-31B9D044549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45AD40C-85F3-71FB-FAB3-46C6FEB699F2}"/>
              </a:ext>
            </a:extLst>
          </p:cNvPr>
          <p:cNvSpPr>
            <a:spLocks noGrp="1"/>
          </p:cNvSpPr>
          <p:nvPr>
            <p:ph type="sldNum" sz="quarter" idx="12"/>
          </p:nvPr>
        </p:nvSpPr>
        <p:spPr/>
        <p:txBody>
          <a:bodyPr/>
          <a:lstStyle/>
          <a:p>
            <a:fld id="{28B4A736-0796-44DF-88AE-29226F9DDDB9}" type="slidenum">
              <a:rPr lang="zh-CN" altLang="en-US" smtClean="0"/>
              <a:t>‹#›</a:t>
            </a:fld>
            <a:endParaRPr lang="zh-CN" altLang="en-US"/>
          </a:p>
        </p:txBody>
      </p:sp>
    </p:spTree>
    <p:extLst>
      <p:ext uri="{BB962C8B-B14F-4D97-AF65-F5344CB8AC3E}">
        <p14:creationId xmlns:p14="http://schemas.microsoft.com/office/powerpoint/2010/main" val="36288620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859DE1B-3BC2-4285-ECC7-71D1E11546B7}"/>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489A6D21-DACC-EE83-8B74-BE7223D95B1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40F38ED2-876C-3B33-ED8C-9153B86F9C47}"/>
              </a:ext>
            </a:extLst>
          </p:cNvPr>
          <p:cNvSpPr>
            <a:spLocks noGrp="1"/>
          </p:cNvSpPr>
          <p:nvPr>
            <p:ph type="dt" sz="half" idx="10"/>
          </p:nvPr>
        </p:nvSpPr>
        <p:spPr/>
        <p:txBody>
          <a:bodyPr/>
          <a:lstStyle/>
          <a:p>
            <a:fld id="{709795E4-5AA8-40E2-85F7-8BE41E017414}" type="datetimeFigureOut">
              <a:rPr lang="zh-CN" altLang="en-US" smtClean="0"/>
              <a:t>2026/4/22</a:t>
            </a:fld>
            <a:endParaRPr lang="zh-CN" altLang="en-US"/>
          </a:p>
        </p:txBody>
      </p:sp>
      <p:sp>
        <p:nvSpPr>
          <p:cNvPr id="5" name="页脚占位符 4">
            <a:extLst>
              <a:ext uri="{FF2B5EF4-FFF2-40B4-BE49-F238E27FC236}">
                <a16:creationId xmlns:a16="http://schemas.microsoft.com/office/drawing/2014/main" id="{0190F23A-C175-EF06-D0BC-A91485F84D8B}"/>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2BFFB49-9309-00C8-8195-EA98AEDD8AA4}"/>
              </a:ext>
            </a:extLst>
          </p:cNvPr>
          <p:cNvSpPr>
            <a:spLocks noGrp="1"/>
          </p:cNvSpPr>
          <p:nvPr>
            <p:ph type="sldNum" sz="quarter" idx="12"/>
          </p:nvPr>
        </p:nvSpPr>
        <p:spPr/>
        <p:txBody>
          <a:bodyPr/>
          <a:lstStyle/>
          <a:p>
            <a:fld id="{28B4A736-0796-44DF-88AE-29226F9DDDB9}" type="slidenum">
              <a:rPr lang="zh-CN" altLang="en-US" smtClean="0"/>
              <a:t>‹#›</a:t>
            </a:fld>
            <a:endParaRPr lang="zh-CN" altLang="en-US"/>
          </a:p>
        </p:txBody>
      </p:sp>
    </p:spTree>
    <p:extLst>
      <p:ext uri="{BB962C8B-B14F-4D97-AF65-F5344CB8AC3E}">
        <p14:creationId xmlns:p14="http://schemas.microsoft.com/office/powerpoint/2010/main" val="42413400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BBF507D-A44C-9BB2-D3D3-20E635A0477E}"/>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C9CCC2B3-E146-064D-FB55-12374A5D3EC3}"/>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9E9DD101-B225-4E67-6F85-1A16A47D8899}"/>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142A28E2-712E-4839-58D1-F0ADA207249C}"/>
              </a:ext>
            </a:extLst>
          </p:cNvPr>
          <p:cNvSpPr>
            <a:spLocks noGrp="1"/>
          </p:cNvSpPr>
          <p:nvPr>
            <p:ph type="dt" sz="half" idx="10"/>
          </p:nvPr>
        </p:nvSpPr>
        <p:spPr/>
        <p:txBody>
          <a:bodyPr/>
          <a:lstStyle/>
          <a:p>
            <a:fld id="{709795E4-5AA8-40E2-85F7-8BE41E017414}" type="datetimeFigureOut">
              <a:rPr lang="zh-CN" altLang="en-US" smtClean="0"/>
              <a:t>2026/4/22</a:t>
            </a:fld>
            <a:endParaRPr lang="zh-CN" altLang="en-US"/>
          </a:p>
        </p:txBody>
      </p:sp>
      <p:sp>
        <p:nvSpPr>
          <p:cNvPr id="6" name="页脚占位符 5">
            <a:extLst>
              <a:ext uri="{FF2B5EF4-FFF2-40B4-BE49-F238E27FC236}">
                <a16:creationId xmlns:a16="http://schemas.microsoft.com/office/drawing/2014/main" id="{ED067459-42F3-F98E-ECF7-E12349975ABE}"/>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AD553EA0-ACB9-147C-B59D-5018D47EC911}"/>
              </a:ext>
            </a:extLst>
          </p:cNvPr>
          <p:cNvSpPr>
            <a:spLocks noGrp="1"/>
          </p:cNvSpPr>
          <p:nvPr>
            <p:ph type="sldNum" sz="quarter" idx="12"/>
          </p:nvPr>
        </p:nvSpPr>
        <p:spPr/>
        <p:txBody>
          <a:bodyPr/>
          <a:lstStyle/>
          <a:p>
            <a:fld id="{28B4A736-0796-44DF-88AE-29226F9DDDB9}" type="slidenum">
              <a:rPr lang="zh-CN" altLang="en-US" smtClean="0"/>
              <a:t>‹#›</a:t>
            </a:fld>
            <a:endParaRPr lang="zh-CN" altLang="en-US"/>
          </a:p>
        </p:txBody>
      </p:sp>
    </p:spTree>
    <p:extLst>
      <p:ext uri="{BB962C8B-B14F-4D97-AF65-F5344CB8AC3E}">
        <p14:creationId xmlns:p14="http://schemas.microsoft.com/office/powerpoint/2010/main" val="39820129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E3D2D4D-EE05-9631-5661-3402A29966A1}"/>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7F3D3D00-29B3-59D6-0BEF-C349878D751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C3B71A8E-0313-280F-9AE5-43417811E0A4}"/>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7200DBB8-5B4F-890C-DD9F-EDBB96F6AEB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11D72EEF-01BB-EEEF-5986-5DABC8F449B2}"/>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39B69747-6BB4-A536-58D6-0536B8C298CA}"/>
              </a:ext>
            </a:extLst>
          </p:cNvPr>
          <p:cNvSpPr>
            <a:spLocks noGrp="1"/>
          </p:cNvSpPr>
          <p:nvPr>
            <p:ph type="dt" sz="half" idx="10"/>
          </p:nvPr>
        </p:nvSpPr>
        <p:spPr/>
        <p:txBody>
          <a:bodyPr/>
          <a:lstStyle/>
          <a:p>
            <a:fld id="{709795E4-5AA8-40E2-85F7-8BE41E017414}" type="datetimeFigureOut">
              <a:rPr lang="zh-CN" altLang="en-US" smtClean="0"/>
              <a:t>2026/4/22</a:t>
            </a:fld>
            <a:endParaRPr lang="zh-CN" altLang="en-US"/>
          </a:p>
        </p:txBody>
      </p:sp>
      <p:sp>
        <p:nvSpPr>
          <p:cNvPr id="8" name="页脚占位符 7">
            <a:extLst>
              <a:ext uri="{FF2B5EF4-FFF2-40B4-BE49-F238E27FC236}">
                <a16:creationId xmlns:a16="http://schemas.microsoft.com/office/drawing/2014/main" id="{2BD6B680-E47B-65A4-19F4-0AF4784355E7}"/>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EC3D820B-692B-9DA3-F8C4-065544776F27}"/>
              </a:ext>
            </a:extLst>
          </p:cNvPr>
          <p:cNvSpPr>
            <a:spLocks noGrp="1"/>
          </p:cNvSpPr>
          <p:nvPr>
            <p:ph type="sldNum" sz="quarter" idx="12"/>
          </p:nvPr>
        </p:nvSpPr>
        <p:spPr/>
        <p:txBody>
          <a:bodyPr/>
          <a:lstStyle/>
          <a:p>
            <a:fld id="{28B4A736-0796-44DF-88AE-29226F9DDDB9}" type="slidenum">
              <a:rPr lang="zh-CN" altLang="en-US" smtClean="0"/>
              <a:t>‹#›</a:t>
            </a:fld>
            <a:endParaRPr lang="zh-CN" altLang="en-US"/>
          </a:p>
        </p:txBody>
      </p:sp>
    </p:spTree>
    <p:extLst>
      <p:ext uri="{BB962C8B-B14F-4D97-AF65-F5344CB8AC3E}">
        <p14:creationId xmlns:p14="http://schemas.microsoft.com/office/powerpoint/2010/main" val="41111500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3917F78-84C4-1179-C3F9-4D380D224885}"/>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D683FE83-2672-8592-C1BF-71632E578404}"/>
              </a:ext>
            </a:extLst>
          </p:cNvPr>
          <p:cNvSpPr>
            <a:spLocks noGrp="1"/>
          </p:cNvSpPr>
          <p:nvPr>
            <p:ph type="dt" sz="half" idx="10"/>
          </p:nvPr>
        </p:nvSpPr>
        <p:spPr/>
        <p:txBody>
          <a:bodyPr/>
          <a:lstStyle/>
          <a:p>
            <a:fld id="{709795E4-5AA8-40E2-85F7-8BE41E017414}" type="datetimeFigureOut">
              <a:rPr lang="zh-CN" altLang="en-US" smtClean="0"/>
              <a:t>2026/4/22</a:t>
            </a:fld>
            <a:endParaRPr lang="zh-CN" altLang="en-US"/>
          </a:p>
        </p:txBody>
      </p:sp>
      <p:sp>
        <p:nvSpPr>
          <p:cNvPr id="4" name="页脚占位符 3">
            <a:extLst>
              <a:ext uri="{FF2B5EF4-FFF2-40B4-BE49-F238E27FC236}">
                <a16:creationId xmlns:a16="http://schemas.microsoft.com/office/drawing/2014/main" id="{6F387F80-3E4F-B011-2729-8277F513B9C9}"/>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2B4CB6F5-9FCC-DAEF-9F78-E3F31614F37C}"/>
              </a:ext>
            </a:extLst>
          </p:cNvPr>
          <p:cNvSpPr>
            <a:spLocks noGrp="1"/>
          </p:cNvSpPr>
          <p:nvPr>
            <p:ph type="sldNum" sz="quarter" idx="12"/>
          </p:nvPr>
        </p:nvSpPr>
        <p:spPr/>
        <p:txBody>
          <a:bodyPr/>
          <a:lstStyle/>
          <a:p>
            <a:fld id="{28B4A736-0796-44DF-88AE-29226F9DDDB9}" type="slidenum">
              <a:rPr lang="zh-CN" altLang="en-US" smtClean="0"/>
              <a:t>‹#›</a:t>
            </a:fld>
            <a:endParaRPr lang="zh-CN" altLang="en-US"/>
          </a:p>
        </p:txBody>
      </p:sp>
    </p:spTree>
    <p:extLst>
      <p:ext uri="{BB962C8B-B14F-4D97-AF65-F5344CB8AC3E}">
        <p14:creationId xmlns:p14="http://schemas.microsoft.com/office/powerpoint/2010/main" val="38151823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EF3B858A-DAFA-F697-49FD-7B66DD660259}"/>
              </a:ext>
            </a:extLst>
          </p:cNvPr>
          <p:cNvSpPr>
            <a:spLocks noGrp="1"/>
          </p:cNvSpPr>
          <p:nvPr>
            <p:ph type="dt" sz="half" idx="10"/>
          </p:nvPr>
        </p:nvSpPr>
        <p:spPr/>
        <p:txBody>
          <a:bodyPr/>
          <a:lstStyle/>
          <a:p>
            <a:fld id="{709795E4-5AA8-40E2-85F7-8BE41E017414}" type="datetimeFigureOut">
              <a:rPr lang="zh-CN" altLang="en-US" smtClean="0"/>
              <a:t>2026/4/22</a:t>
            </a:fld>
            <a:endParaRPr lang="zh-CN" altLang="en-US"/>
          </a:p>
        </p:txBody>
      </p:sp>
      <p:sp>
        <p:nvSpPr>
          <p:cNvPr id="3" name="页脚占位符 2">
            <a:extLst>
              <a:ext uri="{FF2B5EF4-FFF2-40B4-BE49-F238E27FC236}">
                <a16:creationId xmlns:a16="http://schemas.microsoft.com/office/drawing/2014/main" id="{5AEE7C69-1AC3-EABF-6A0D-366047D1DEE5}"/>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4BA04A76-C6D3-564F-A6F1-03ECDA33A54C}"/>
              </a:ext>
            </a:extLst>
          </p:cNvPr>
          <p:cNvSpPr>
            <a:spLocks noGrp="1"/>
          </p:cNvSpPr>
          <p:nvPr>
            <p:ph type="sldNum" sz="quarter" idx="12"/>
          </p:nvPr>
        </p:nvSpPr>
        <p:spPr/>
        <p:txBody>
          <a:bodyPr/>
          <a:lstStyle/>
          <a:p>
            <a:fld id="{28B4A736-0796-44DF-88AE-29226F9DDDB9}" type="slidenum">
              <a:rPr lang="zh-CN" altLang="en-US" smtClean="0"/>
              <a:t>‹#›</a:t>
            </a:fld>
            <a:endParaRPr lang="zh-CN" altLang="en-US"/>
          </a:p>
        </p:txBody>
      </p:sp>
    </p:spTree>
    <p:extLst>
      <p:ext uri="{BB962C8B-B14F-4D97-AF65-F5344CB8AC3E}">
        <p14:creationId xmlns:p14="http://schemas.microsoft.com/office/powerpoint/2010/main" val="12103268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B7E50F8-5987-79DA-558A-6DE453F79742}"/>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CBEC3EEB-56B8-1985-A38C-24E813A622D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6C050B7F-9F83-ADE1-9187-BC84EE6DE28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F903850C-CA45-299E-BC53-B2A1474D1900}"/>
              </a:ext>
            </a:extLst>
          </p:cNvPr>
          <p:cNvSpPr>
            <a:spLocks noGrp="1"/>
          </p:cNvSpPr>
          <p:nvPr>
            <p:ph type="dt" sz="half" idx="10"/>
          </p:nvPr>
        </p:nvSpPr>
        <p:spPr/>
        <p:txBody>
          <a:bodyPr/>
          <a:lstStyle/>
          <a:p>
            <a:fld id="{709795E4-5AA8-40E2-85F7-8BE41E017414}" type="datetimeFigureOut">
              <a:rPr lang="zh-CN" altLang="en-US" smtClean="0"/>
              <a:t>2026/4/22</a:t>
            </a:fld>
            <a:endParaRPr lang="zh-CN" altLang="en-US"/>
          </a:p>
        </p:txBody>
      </p:sp>
      <p:sp>
        <p:nvSpPr>
          <p:cNvPr id="6" name="页脚占位符 5">
            <a:extLst>
              <a:ext uri="{FF2B5EF4-FFF2-40B4-BE49-F238E27FC236}">
                <a16:creationId xmlns:a16="http://schemas.microsoft.com/office/drawing/2014/main" id="{31ACE586-D31D-7F02-60ED-D393F61A9CE2}"/>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31E07D84-33AF-2DB7-66DF-B1F8F9E1F4E9}"/>
              </a:ext>
            </a:extLst>
          </p:cNvPr>
          <p:cNvSpPr>
            <a:spLocks noGrp="1"/>
          </p:cNvSpPr>
          <p:nvPr>
            <p:ph type="sldNum" sz="quarter" idx="12"/>
          </p:nvPr>
        </p:nvSpPr>
        <p:spPr/>
        <p:txBody>
          <a:bodyPr/>
          <a:lstStyle/>
          <a:p>
            <a:fld id="{28B4A736-0796-44DF-88AE-29226F9DDDB9}" type="slidenum">
              <a:rPr lang="zh-CN" altLang="en-US" smtClean="0"/>
              <a:t>‹#›</a:t>
            </a:fld>
            <a:endParaRPr lang="zh-CN" altLang="en-US"/>
          </a:p>
        </p:txBody>
      </p:sp>
    </p:spTree>
    <p:extLst>
      <p:ext uri="{BB962C8B-B14F-4D97-AF65-F5344CB8AC3E}">
        <p14:creationId xmlns:p14="http://schemas.microsoft.com/office/powerpoint/2010/main" val="21438320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CFD6C19-7BC9-A798-E52B-15EC374E26F1}"/>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A29BB730-DFE5-3D96-6552-7A9DCCBA64F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9E0CFBC6-6478-B8E1-9850-F129B2A7C77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874B35E9-826B-E0FC-7038-CB160729910E}"/>
              </a:ext>
            </a:extLst>
          </p:cNvPr>
          <p:cNvSpPr>
            <a:spLocks noGrp="1"/>
          </p:cNvSpPr>
          <p:nvPr>
            <p:ph type="dt" sz="half" idx="10"/>
          </p:nvPr>
        </p:nvSpPr>
        <p:spPr/>
        <p:txBody>
          <a:bodyPr/>
          <a:lstStyle/>
          <a:p>
            <a:fld id="{709795E4-5AA8-40E2-85F7-8BE41E017414}" type="datetimeFigureOut">
              <a:rPr lang="zh-CN" altLang="en-US" smtClean="0"/>
              <a:t>2026/4/22</a:t>
            </a:fld>
            <a:endParaRPr lang="zh-CN" altLang="en-US"/>
          </a:p>
        </p:txBody>
      </p:sp>
      <p:sp>
        <p:nvSpPr>
          <p:cNvPr id="6" name="页脚占位符 5">
            <a:extLst>
              <a:ext uri="{FF2B5EF4-FFF2-40B4-BE49-F238E27FC236}">
                <a16:creationId xmlns:a16="http://schemas.microsoft.com/office/drawing/2014/main" id="{DD1D3AD3-0373-A1D4-51FB-38FFE7936815}"/>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EC97C857-E852-2EA3-B633-BA0323E86DEB}"/>
              </a:ext>
            </a:extLst>
          </p:cNvPr>
          <p:cNvSpPr>
            <a:spLocks noGrp="1"/>
          </p:cNvSpPr>
          <p:nvPr>
            <p:ph type="sldNum" sz="quarter" idx="12"/>
          </p:nvPr>
        </p:nvSpPr>
        <p:spPr/>
        <p:txBody>
          <a:bodyPr/>
          <a:lstStyle/>
          <a:p>
            <a:fld id="{28B4A736-0796-44DF-88AE-29226F9DDDB9}" type="slidenum">
              <a:rPr lang="zh-CN" altLang="en-US" smtClean="0"/>
              <a:t>‹#›</a:t>
            </a:fld>
            <a:endParaRPr lang="zh-CN" altLang="en-US"/>
          </a:p>
        </p:txBody>
      </p:sp>
    </p:spTree>
    <p:extLst>
      <p:ext uri="{BB962C8B-B14F-4D97-AF65-F5344CB8AC3E}">
        <p14:creationId xmlns:p14="http://schemas.microsoft.com/office/powerpoint/2010/main" val="2083032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8270B5C-555F-C47A-CED8-B5A9B4118037}"/>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36782540-1AD2-BC6A-3D42-C964774F977F}"/>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C62C17EF-A599-93BF-C440-7F0B03561A4E}"/>
              </a:ext>
            </a:extLst>
          </p:cNvPr>
          <p:cNvSpPr>
            <a:spLocks noGrp="1"/>
          </p:cNvSpPr>
          <p:nvPr>
            <p:ph type="dt" sz="half" idx="10"/>
          </p:nvPr>
        </p:nvSpPr>
        <p:spPr/>
        <p:txBody>
          <a:bodyPr/>
          <a:lstStyle/>
          <a:p>
            <a:fld id="{709795E4-5AA8-40E2-85F7-8BE41E017414}" type="datetimeFigureOut">
              <a:rPr lang="zh-CN" altLang="en-US" smtClean="0"/>
              <a:t>2026/4/22</a:t>
            </a:fld>
            <a:endParaRPr lang="zh-CN" altLang="en-US"/>
          </a:p>
        </p:txBody>
      </p:sp>
      <p:sp>
        <p:nvSpPr>
          <p:cNvPr id="5" name="页脚占位符 4">
            <a:extLst>
              <a:ext uri="{FF2B5EF4-FFF2-40B4-BE49-F238E27FC236}">
                <a16:creationId xmlns:a16="http://schemas.microsoft.com/office/drawing/2014/main" id="{11DC3F78-6ACD-49CE-24BC-BAC5857F2338}"/>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AB9ED83F-7FA0-DC1E-3698-371E2FB6DAC5}"/>
              </a:ext>
            </a:extLst>
          </p:cNvPr>
          <p:cNvSpPr>
            <a:spLocks noGrp="1"/>
          </p:cNvSpPr>
          <p:nvPr>
            <p:ph type="sldNum" sz="quarter" idx="12"/>
          </p:nvPr>
        </p:nvSpPr>
        <p:spPr/>
        <p:txBody>
          <a:bodyPr/>
          <a:lstStyle/>
          <a:p>
            <a:fld id="{28B4A736-0796-44DF-88AE-29226F9DDDB9}" type="slidenum">
              <a:rPr lang="zh-CN" altLang="en-US" smtClean="0"/>
              <a:t>‹#›</a:t>
            </a:fld>
            <a:endParaRPr lang="zh-CN" altLang="en-US"/>
          </a:p>
        </p:txBody>
      </p:sp>
    </p:spTree>
    <p:extLst>
      <p:ext uri="{BB962C8B-B14F-4D97-AF65-F5344CB8AC3E}">
        <p14:creationId xmlns:p14="http://schemas.microsoft.com/office/powerpoint/2010/main" val="17843077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F9D533EC-756A-F114-BEE5-BB6590E4DAF0}"/>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F87789F0-6618-E528-E52D-BB0FDD34AF08}"/>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75C84B35-0168-30EC-8AD4-D14C3B9AE8E2}"/>
              </a:ext>
            </a:extLst>
          </p:cNvPr>
          <p:cNvSpPr>
            <a:spLocks noGrp="1"/>
          </p:cNvSpPr>
          <p:nvPr>
            <p:ph type="dt" sz="half" idx="10"/>
          </p:nvPr>
        </p:nvSpPr>
        <p:spPr/>
        <p:txBody>
          <a:bodyPr/>
          <a:lstStyle/>
          <a:p>
            <a:fld id="{709795E4-5AA8-40E2-85F7-8BE41E017414}" type="datetimeFigureOut">
              <a:rPr lang="zh-CN" altLang="en-US" smtClean="0"/>
              <a:t>2026/4/22</a:t>
            </a:fld>
            <a:endParaRPr lang="zh-CN" altLang="en-US"/>
          </a:p>
        </p:txBody>
      </p:sp>
      <p:sp>
        <p:nvSpPr>
          <p:cNvPr id="5" name="页脚占位符 4">
            <a:extLst>
              <a:ext uri="{FF2B5EF4-FFF2-40B4-BE49-F238E27FC236}">
                <a16:creationId xmlns:a16="http://schemas.microsoft.com/office/drawing/2014/main" id="{D2FA7A9B-64DB-FB49-F0DD-7F09891CDB57}"/>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2CBAC27D-208C-1A32-1024-1152276FF8C5}"/>
              </a:ext>
            </a:extLst>
          </p:cNvPr>
          <p:cNvSpPr>
            <a:spLocks noGrp="1"/>
          </p:cNvSpPr>
          <p:nvPr>
            <p:ph type="sldNum" sz="quarter" idx="12"/>
          </p:nvPr>
        </p:nvSpPr>
        <p:spPr/>
        <p:txBody>
          <a:bodyPr/>
          <a:lstStyle/>
          <a:p>
            <a:fld id="{28B4A736-0796-44DF-88AE-29226F9DDDB9}" type="slidenum">
              <a:rPr lang="zh-CN" altLang="en-US" smtClean="0"/>
              <a:t>‹#›</a:t>
            </a:fld>
            <a:endParaRPr lang="zh-CN" altLang="en-US"/>
          </a:p>
        </p:txBody>
      </p:sp>
    </p:spTree>
    <p:extLst>
      <p:ext uri="{BB962C8B-B14F-4D97-AF65-F5344CB8AC3E}">
        <p14:creationId xmlns:p14="http://schemas.microsoft.com/office/powerpoint/2010/main" val="26754843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0FE020B6-A8E8-BE54-0E2B-F2AE475D599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75EE046C-8AE9-9D28-9055-AE9A991AD20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D4B67A32-7953-76CA-FC40-D10144A3226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09795E4-5AA8-40E2-85F7-8BE41E017414}" type="datetimeFigureOut">
              <a:rPr lang="zh-CN" altLang="en-US" smtClean="0"/>
              <a:t>2026/4/22</a:t>
            </a:fld>
            <a:endParaRPr lang="zh-CN" altLang="en-US"/>
          </a:p>
        </p:txBody>
      </p:sp>
      <p:sp>
        <p:nvSpPr>
          <p:cNvPr id="5" name="页脚占位符 4">
            <a:extLst>
              <a:ext uri="{FF2B5EF4-FFF2-40B4-BE49-F238E27FC236}">
                <a16:creationId xmlns:a16="http://schemas.microsoft.com/office/drawing/2014/main" id="{491D66C8-94D9-83EC-AE5A-1FECB0CF0BC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CDDA8505-13BD-5DEC-1CA5-8F6CD541478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8B4A736-0796-44DF-88AE-29226F9DDDB9}" type="slidenum">
              <a:rPr lang="zh-CN" altLang="en-US" smtClean="0"/>
              <a:t>‹#›</a:t>
            </a:fld>
            <a:endParaRPr lang="zh-CN" altLang="en-US"/>
          </a:p>
        </p:txBody>
      </p:sp>
    </p:spTree>
    <p:extLst>
      <p:ext uri="{BB962C8B-B14F-4D97-AF65-F5344CB8AC3E}">
        <p14:creationId xmlns:p14="http://schemas.microsoft.com/office/powerpoint/2010/main" val="331224316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image" Target="../media/image7.png"/><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image" Target="../media/image13.png"/><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9.png"/><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1.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8AD888B-49AA-F5EC-0973-5839CC2D91C9}"/>
              </a:ext>
            </a:extLst>
          </p:cNvPr>
          <p:cNvSpPr>
            <a:spLocks noGrp="1"/>
          </p:cNvSpPr>
          <p:nvPr>
            <p:ph type="title"/>
          </p:nvPr>
        </p:nvSpPr>
        <p:spPr>
          <a:xfrm>
            <a:off x="838200" y="2766219"/>
            <a:ext cx="10515600" cy="1325563"/>
          </a:xfrm>
        </p:spPr>
        <p:txBody>
          <a:bodyPr/>
          <a:lstStyle/>
          <a:p>
            <a:pPr algn="ctr"/>
            <a:r>
              <a:rPr lang="zh-CN" altLang="en-US" b="1" dirty="0"/>
              <a:t>通用量子计算机的基本构成</a:t>
            </a:r>
          </a:p>
        </p:txBody>
      </p:sp>
    </p:spTree>
    <p:extLst>
      <p:ext uri="{BB962C8B-B14F-4D97-AF65-F5344CB8AC3E}">
        <p14:creationId xmlns:p14="http://schemas.microsoft.com/office/powerpoint/2010/main" val="37940014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3789C70A-7BD4-C7B4-2D40-880B43444E53}"/>
              </a:ext>
            </a:extLst>
          </p:cNvPr>
          <p:cNvSpPr txBox="1"/>
          <p:nvPr/>
        </p:nvSpPr>
        <p:spPr>
          <a:xfrm>
            <a:off x="613186" y="505609"/>
            <a:ext cx="4346090" cy="707886"/>
          </a:xfrm>
          <a:prstGeom prst="rect">
            <a:avLst/>
          </a:prstGeom>
          <a:noFill/>
        </p:spPr>
        <p:txBody>
          <a:bodyPr wrap="square" rtlCol="0">
            <a:spAutoFit/>
          </a:bodyPr>
          <a:lstStyle/>
          <a:p>
            <a:r>
              <a:rPr lang="en-US" altLang="zh-CN" sz="4000" dirty="0"/>
              <a:t>Qubit </a:t>
            </a:r>
            <a:r>
              <a:rPr lang="zh-CN" altLang="en-US" sz="4000" dirty="0"/>
              <a:t>单量子比特</a:t>
            </a:r>
          </a:p>
        </p:txBody>
      </p:sp>
      <p:pic>
        <p:nvPicPr>
          <p:cNvPr id="8" name="图片 7">
            <a:extLst>
              <a:ext uri="{FF2B5EF4-FFF2-40B4-BE49-F238E27FC236}">
                <a16:creationId xmlns:a16="http://schemas.microsoft.com/office/drawing/2014/main" id="{972E6A18-B041-F242-B3CB-D0912C444675}"/>
              </a:ext>
            </a:extLst>
          </p:cNvPr>
          <p:cNvPicPr>
            <a:picLocks noChangeAspect="1"/>
          </p:cNvPicPr>
          <p:nvPr/>
        </p:nvPicPr>
        <p:blipFill>
          <a:blip r:embed="rId2"/>
          <a:stretch>
            <a:fillRect/>
          </a:stretch>
        </p:blipFill>
        <p:spPr>
          <a:xfrm>
            <a:off x="569714" y="1414405"/>
            <a:ext cx="2295845" cy="1619476"/>
          </a:xfrm>
          <a:prstGeom prst="rect">
            <a:avLst/>
          </a:prstGeom>
        </p:spPr>
      </p:pic>
      <p:pic>
        <p:nvPicPr>
          <p:cNvPr id="10" name="图片 9">
            <a:extLst>
              <a:ext uri="{FF2B5EF4-FFF2-40B4-BE49-F238E27FC236}">
                <a16:creationId xmlns:a16="http://schemas.microsoft.com/office/drawing/2014/main" id="{A74A4311-C4FF-1F5C-1C4C-4886DC08CF5B}"/>
              </a:ext>
            </a:extLst>
          </p:cNvPr>
          <p:cNvPicPr>
            <a:picLocks noChangeAspect="1"/>
          </p:cNvPicPr>
          <p:nvPr/>
        </p:nvPicPr>
        <p:blipFill>
          <a:blip r:embed="rId3"/>
          <a:stretch>
            <a:fillRect/>
          </a:stretch>
        </p:blipFill>
        <p:spPr>
          <a:xfrm>
            <a:off x="3541612" y="1357248"/>
            <a:ext cx="2505425" cy="1733792"/>
          </a:xfrm>
          <a:prstGeom prst="rect">
            <a:avLst/>
          </a:prstGeom>
        </p:spPr>
      </p:pic>
      <p:pic>
        <p:nvPicPr>
          <p:cNvPr id="12" name="图片 11">
            <a:extLst>
              <a:ext uri="{FF2B5EF4-FFF2-40B4-BE49-F238E27FC236}">
                <a16:creationId xmlns:a16="http://schemas.microsoft.com/office/drawing/2014/main" id="{05F289B7-E6B5-10EC-3DA8-C4F967E87D78}"/>
              </a:ext>
            </a:extLst>
          </p:cNvPr>
          <p:cNvPicPr>
            <a:picLocks noChangeAspect="1"/>
          </p:cNvPicPr>
          <p:nvPr/>
        </p:nvPicPr>
        <p:blipFill>
          <a:blip r:embed="rId4"/>
          <a:stretch>
            <a:fillRect/>
          </a:stretch>
        </p:blipFill>
        <p:spPr>
          <a:xfrm>
            <a:off x="656232" y="3114696"/>
            <a:ext cx="3801005" cy="1295581"/>
          </a:xfrm>
          <a:prstGeom prst="rect">
            <a:avLst/>
          </a:prstGeom>
        </p:spPr>
      </p:pic>
      <p:sp>
        <p:nvSpPr>
          <p:cNvPr id="14" name="文本框 13">
            <a:extLst>
              <a:ext uri="{FF2B5EF4-FFF2-40B4-BE49-F238E27FC236}">
                <a16:creationId xmlns:a16="http://schemas.microsoft.com/office/drawing/2014/main" id="{A9805CE7-0263-0C27-736B-2070FD9B8CCF}"/>
              </a:ext>
            </a:extLst>
          </p:cNvPr>
          <p:cNvSpPr txBox="1"/>
          <p:nvPr/>
        </p:nvSpPr>
        <p:spPr>
          <a:xfrm>
            <a:off x="5327724" y="600642"/>
            <a:ext cx="6094206" cy="461665"/>
          </a:xfrm>
          <a:prstGeom prst="rect">
            <a:avLst/>
          </a:prstGeom>
          <a:noFill/>
        </p:spPr>
        <p:txBody>
          <a:bodyPr wrap="square">
            <a:spAutoFit/>
          </a:bodyPr>
          <a:lstStyle/>
          <a:p>
            <a:r>
              <a:rPr lang="zh-CN" altLang="en-US" sz="2400" b="1" dirty="0">
                <a:solidFill>
                  <a:srgbClr val="92D050"/>
                </a:solidFill>
              </a:rPr>
              <a:t>定义于二维</a:t>
            </a:r>
            <a:r>
              <a:rPr lang="en-US" altLang="zh-CN" sz="2400" b="1" dirty="0">
                <a:solidFill>
                  <a:srgbClr val="92D050"/>
                </a:solidFill>
              </a:rPr>
              <a:t>Helbert Space </a:t>
            </a:r>
            <a:r>
              <a:rPr lang="zh-CN" altLang="en-US" sz="2400" b="1" dirty="0">
                <a:solidFill>
                  <a:srgbClr val="92D050"/>
                </a:solidFill>
              </a:rPr>
              <a:t>二进制</a:t>
            </a:r>
          </a:p>
        </p:txBody>
      </p:sp>
      <p:pic>
        <p:nvPicPr>
          <p:cNvPr id="16" name="图片 15">
            <a:extLst>
              <a:ext uri="{FF2B5EF4-FFF2-40B4-BE49-F238E27FC236}">
                <a16:creationId xmlns:a16="http://schemas.microsoft.com/office/drawing/2014/main" id="{24C6F97F-A451-107B-3ED0-C8450D446E68}"/>
              </a:ext>
            </a:extLst>
          </p:cNvPr>
          <p:cNvPicPr>
            <a:picLocks noChangeAspect="1"/>
          </p:cNvPicPr>
          <p:nvPr/>
        </p:nvPicPr>
        <p:blipFill>
          <a:blip r:embed="rId5"/>
          <a:stretch>
            <a:fillRect/>
          </a:stretch>
        </p:blipFill>
        <p:spPr>
          <a:xfrm>
            <a:off x="617155" y="4431243"/>
            <a:ext cx="3362794" cy="943107"/>
          </a:xfrm>
          <a:prstGeom prst="rect">
            <a:avLst/>
          </a:prstGeom>
        </p:spPr>
      </p:pic>
    </p:spTree>
    <p:extLst>
      <p:ext uri="{BB962C8B-B14F-4D97-AF65-F5344CB8AC3E}">
        <p14:creationId xmlns:p14="http://schemas.microsoft.com/office/powerpoint/2010/main" val="433699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08696F-903E-B4C1-4CF9-1F072D0F7466}"/>
            </a:ext>
          </a:extLst>
        </p:cNvPr>
        <p:cNvGrpSpPr/>
        <p:nvPr/>
      </p:nvGrpSpPr>
      <p:grpSpPr>
        <a:xfrm>
          <a:off x="0" y="0"/>
          <a:ext cx="0" cy="0"/>
          <a:chOff x="0" y="0"/>
          <a:chExt cx="0" cy="0"/>
        </a:xfrm>
      </p:grpSpPr>
      <p:sp>
        <p:nvSpPr>
          <p:cNvPr id="6" name="文本框 5">
            <a:extLst>
              <a:ext uri="{FF2B5EF4-FFF2-40B4-BE49-F238E27FC236}">
                <a16:creationId xmlns:a16="http://schemas.microsoft.com/office/drawing/2014/main" id="{38E5E0FE-8D4B-53B6-2706-4CF57BC76317}"/>
              </a:ext>
            </a:extLst>
          </p:cNvPr>
          <p:cNvSpPr txBox="1"/>
          <p:nvPr/>
        </p:nvSpPr>
        <p:spPr>
          <a:xfrm>
            <a:off x="613186" y="505609"/>
            <a:ext cx="4346090" cy="707886"/>
          </a:xfrm>
          <a:prstGeom prst="rect">
            <a:avLst/>
          </a:prstGeom>
          <a:noFill/>
        </p:spPr>
        <p:txBody>
          <a:bodyPr wrap="square" rtlCol="0">
            <a:spAutoFit/>
          </a:bodyPr>
          <a:lstStyle/>
          <a:p>
            <a:r>
              <a:rPr lang="en-US" altLang="zh-CN" sz="4000" dirty="0"/>
              <a:t>Qubits </a:t>
            </a:r>
            <a:r>
              <a:rPr lang="zh-CN" altLang="en-US" sz="4000" dirty="0"/>
              <a:t>多量子比特</a:t>
            </a:r>
          </a:p>
        </p:txBody>
      </p:sp>
      <p:pic>
        <p:nvPicPr>
          <p:cNvPr id="3" name="图片 2">
            <a:extLst>
              <a:ext uri="{FF2B5EF4-FFF2-40B4-BE49-F238E27FC236}">
                <a16:creationId xmlns:a16="http://schemas.microsoft.com/office/drawing/2014/main" id="{7EA3F14B-D138-CD42-F503-1DC03944F6DC}"/>
              </a:ext>
            </a:extLst>
          </p:cNvPr>
          <p:cNvPicPr>
            <a:picLocks noChangeAspect="1"/>
          </p:cNvPicPr>
          <p:nvPr/>
        </p:nvPicPr>
        <p:blipFill>
          <a:blip r:embed="rId2"/>
          <a:stretch>
            <a:fillRect/>
          </a:stretch>
        </p:blipFill>
        <p:spPr>
          <a:xfrm>
            <a:off x="257098" y="1518353"/>
            <a:ext cx="5115639" cy="2229161"/>
          </a:xfrm>
          <a:prstGeom prst="rect">
            <a:avLst/>
          </a:prstGeom>
        </p:spPr>
      </p:pic>
      <p:pic>
        <p:nvPicPr>
          <p:cNvPr id="5" name="图片 4">
            <a:extLst>
              <a:ext uri="{FF2B5EF4-FFF2-40B4-BE49-F238E27FC236}">
                <a16:creationId xmlns:a16="http://schemas.microsoft.com/office/drawing/2014/main" id="{93339362-38BB-608A-3874-81B9D4A0A725}"/>
              </a:ext>
            </a:extLst>
          </p:cNvPr>
          <p:cNvPicPr>
            <a:picLocks noChangeAspect="1"/>
          </p:cNvPicPr>
          <p:nvPr/>
        </p:nvPicPr>
        <p:blipFill>
          <a:blip r:embed="rId3"/>
          <a:stretch>
            <a:fillRect/>
          </a:stretch>
        </p:blipFill>
        <p:spPr>
          <a:xfrm>
            <a:off x="536183" y="3778884"/>
            <a:ext cx="6687483" cy="1086002"/>
          </a:xfrm>
          <a:prstGeom prst="rect">
            <a:avLst/>
          </a:prstGeom>
        </p:spPr>
      </p:pic>
    </p:spTree>
    <p:extLst>
      <p:ext uri="{BB962C8B-B14F-4D97-AF65-F5344CB8AC3E}">
        <p14:creationId xmlns:p14="http://schemas.microsoft.com/office/powerpoint/2010/main" val="25609645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553EEE-AC11-76F1-6C0C-DF398B2DE59D}"/>
            </a:ext>
          </a:extLst>
        </p:cNvPr>
        <p:cNvGrpSpPr/>
        <p:nvPr/>
      </p:nvGrpSpPr>
      <p:grpSpPr>
        <a:xfrm>
          <a:off x="0" y="0"/>
          <a:ext cx="0" cy="0"/>
          <a:chOff x="0" y="0"/>
          <a:chExt cx="0" cy="0"/>
        </a:xfrm>
      </p:grpSpPr>
      <p:sp>
        <p:nvSpPr>
          <p:cNvPr id="6" name="文本框 5">
            <a:extLst>
              <a:ext uri="{FF2B5EF4-FFF2-40B4-BE49-F238E27FC236}">
                <a16:creationId xmlns:a16="http://schemas.microsoft.com/office/drawing/2014/main" id="{5794475B-D3D6-0710-FFC8-9E7A13F49B73}"/>
              </a:ext>
            </a:extLst>
          </p:cNvPr>
          <p:cNvSpPr txBox="1"/>
          <p:nvPr/>
        </p:nvSpPr>
        <p:spPr>
          <a:xfrm>
            <a:off x="613186" y="505609"/>
            <a:ext cx="4346090" cy="707886"/>
          </a:xfrm>
          <a:prstGeom prst="rect">
            <a:avLst/>
          </a:prstGeom>
          <a:noFill/>
        </p:spPr>
        <p:txBody>
          <a:bodyPr wrap="square" rtlCol="0">
            <a:spAutoFit/>
          </a:bodyPr>
          <a:lstStyle/>
          <a:p>
            <a:r>
              <a:rPr lang="zh-CN" altLang="en-US" sz="4000" dirty="0"/>
              <a:t>单量子门 </a:t>
            </a:r>
          </a:p>
        </p:txBody>
      </p:sp>
      <p:sp>
        <p:nvSpPr>
          <p:cNvPr id="2" name="文本框 1">
            <a:extLst>
              <a:ext uri="{FF2B5EF4-FFF2-40B4-BE49-F238E27FC236}">
                <a16:creationId xmlns:a16="http://schemas.microsoft.com/office/drawing/2014/main" id="{0F746FBB-8DFF-739B-D9E3-455ADE177FB0}"/>
              </a:ext>
            </a:extLst>
          </p:cNvPr>
          <p:cNvSpPr txBox="1"/>
          <p:nvPr/>
        </p:nvSpPr>
        <p:spPr>
          <a:xfrm>
            <a:off x="0" y="0"/>
            <a:ext cx="4346090" cy="369332"/>
          </a:xfrm>
          <a:prstGeom prst="rect">
            <a:avLst/>
          </a:prstGeom>
          <a:noFill/>
        </p:spPr>
        <p:txBody>
          <a:bodyPr wrap="square" rtlCol="0">
            <a:spAutoFit/>
          </a:bodyPr>
          <a:lstStyle/>
          <a:p>
            <a:r>
              <a:rPr lang="zh-CN" altLang="en-US" dirty="0"/>
              <a:t>量子比特</a:t>
            </a:r>
          </a:p>
        </p:txBody>
      </p:sp>
      <p:pic>
        <p:nvPicPr>
          <p:cNvPr id="8" name="图片 7">
            <a:extLst>
              <a:ext uri="{FF2B5EF4-FFF2-40B4-BE49-F238E27FC236}">
                <a16:creationId xmlns:a16="http://schemas.microsoft.com/office/drawing/2014/main" id="{6789DC88-108F-06BC-3759-765554C83E4E}"/>
              </a:ext>
            </a:extLst>
          </p:cNvPr>
          <p:cNvPicPr>
            <a:picLocks noChangeAspect="1"/>
          </p:cNvPicPr>
          <p:nvPr/>
        </p:nvPicPr>
        <p:blipFill>
          <a:blip r:embed="rId2"/>
          <a:stretch>
            <a:fillRect/>
          </a:stretch>
        </p:blipFill>
        <p:spPr>
          <a:xfrm>
            <a:off x="566414" y="1526907"/>
            <a:ext cx="6239746" cy="1695687"/>
          </a:xfrm>
          <a:prstGeom prst="rect">
            <a:avLst/>
          </a:prstGeom>
        </p:spPr>
      </p:pic>
      <p:sp>
        <p:nvSpPr>
          <p:cNvPr id="9" name="文本框 8">
            <a:extLst>
              <a:ext uri="{FF2B5EF4-FFF2-40B4-BE49-F238E27FC236}">
                <a16:creationId xmlns:a16="http://schemas.microsoft.com/office/drawing/2014/main" id="{8D442988-A01F-6F6D-AD49-79AD2562B406}"/>
              </a:ext>
            </a:extLst>
          </p:cNvPr>
          <p:cNvSpPr txBox="1"/>
          <p:nvPr/>
        </p:nvSpPr>
        <p:spPr>
          <a:xfrm>
            <a:off x="5327724" y="675947"/>
            <a:ext cx="6094206" cy="461665"/>
          </a:xfrm>
          <a:prstGeom prst="rect">
            <a:avLst/>
          </a:prstGeom>
          <a:noFill/>
        </p:spPr>
        <p:txBody>
          <a:bodyPr wrap="square">
            <a:spAutoFit/>
          </a:bodyPr>
          <a:lstStyle/>
          <a:p>
            <a:r>
              <a:rPr lang="zh-CN" altLang="en-US" sz="2400" b="1" dirty="0">
                <a:solidFill>
                  <a:srgbClr val="92D050"/>
                </a:solidFill>
              </a:rPr>
              <a:t>可逆变换</a:t>
            </a:r>
          </a:p>
        </p:txBody>
      </p:sp>
      <p:pic>
        <p:nvPicPr>
          <p:cNvPr id="11" name="图片 10">
            <a:extLst>
              <a:ext uri="{FF2B5EF4-FFF2-40B4-BE49-F238E27FC236}">
                <a16:creationId xmlns:a16="http://schemas.microsoft.com/office/drawing/2014/main" id="{9B8CB151-338E-F83E-9111-7CAC8BE59673}"/>
              </a:ext>
            </a:extLst>
          </p:cNvPr>
          <p:cNvPicPr>
            <a:picLocks noChangeAspect="1"/>
          </p:cNvPicPr>
          <p:nvPr/>
        </p:nvPicPr>
        <p:blipFill>
          <a:blip r:embed="rId3"/>
          <a:stretch>
            <a:fillRect/>
          </a:stretch>
        </p:blipFill>
        <p:spPr>
          <a:xfrm>
            <a:off x="519492" y="3122829"/>
            <a:ext cx="4182059" cy="1171739"/>
          </a:xfrm>
          <a:prstGeom prst="rect">
            <a:avLst/>
          </a:prstGeom>
        </p:spPr>
      </p:pic>
      <p:pic>
        <p:nvPicPr>
          <p:cNvPr id="13" name="图片 12">
            <a:extLst>
              <a:ext uri="{FF2B5EF4-FFF2-40B4-BE49-F238E27FC236}">
                <a16:creationId xmlns:a16="http://schemas.microsoft.com/office/drawing/2014/main" id="{26F72633-8131-6889-0C84-0F4DC59C5538}"/>
              </a:ext>
            </a:extLst>
          </p:cNvPr>
          <p:cNvPicPr>
            <a:picLocks noChangeAspect="1"/>
          </p:cNvPicPr>
          <p:nvPr/>
        </p:nvPicPr>
        <p:blipFill>
          <a:blip r:embed="rId4"/>
          <a:stretch>
            <a:fillRect/>
          </a:stretch>
        </p:blipFill>
        <p:spPr>
          <a:xfrm>
            <a:off x="4916777" y="2854537"/>
            <a:ext cx="2810267" cy="1514686"/>
          </a:xfrm>
          <a:prstGeom prst="rect">
            <a:avLst/>
          </a:prstGeom>
        </p:spPr>
      </p:pic>
      <p:sp>
        <p:nvSpPr>
          <p:cNvPr id="14" name="文本框 13">
            <a:extLst>
              <a:ext uri="{FF2B5EF4-FFF2-40B4-BE49-F238E27FC236}">
                <a16:creationId xmlns:a16="http://schemas.microsoft.com/office/drawing/2014/main" id="{D50EF004-A1D7-F550-BE01-B5B1CF1C3039}"/>
              </a:ext>
            </a:extLst>
          </p:cNvPr>
          <p:cNvSpPr txBox="1"/>
          <p:nvPr/>
        </p:nvSpPr>
        <p:spPr>
          <a:xfrm>
            <a:off x="7736541" y="3304390"/>
            <a:ext cx="4346090" cy="707886"/>
          </a:xfrm>
          <a:prstGeom prst="rect">
            <a:avLst/>
          </a:prstGeom>
          <a:noFill/>
        </p:spPr>
        <p:txBody>
          <a:bodyPr wrap="square" rtlCol="0">
            <a:spAutoFit/>
          </a:bodyPr>
          <a:lstStyle/>
          <a:p>
            <a:r>
              <a:rPr lang="zh-CN" altLang="en-US" sz="4000" dirty="0"/>
              <a:t>单位矩阵 </a:t>
            </a:r>
          </a:p>
        </p:txBody>
      </p:sp>
      <p:pic>
        <p:nvPicPr>
          <p:cNvPr id="16" name="图片 15">
            <a:extLst>
              <a:ext uri="{FF2B5EF4-FFF2-40B4-BE49-F238E27FC236}">
                <a16:creationId xmlns:a16="http://schemas.microsoft.com/office/drawing/2014/main" id="{8E4241BB-0C19-5A4D-A2AB-6B851800769F}"/>
              </a:ext>
            </a:extLst>
          </p:cNvPr>
          <p:cNvPicPr>
            <a:picLocks noChangeAspect="1"/>
          </p:cNvPicPr>
          <p:nvPr/>
        </p:nvPicPr>
        <p:blipFill>
          <a:blip r:embed="rId5"/>
          <a:stretch>
            <a:fillRect/>
          </a:stretch>
        </p:blipFill>
        <p:spPr>
          <a:xfrm>
            <a:off x="578562" y="4587424"/>
            <a:ext cx="3181794" cy="1362265"/>
          </a:xfrm>
          <a:prstGeom prst="rect">
            <a:avLst/>
          </a:prstGeom>
        </p:spPr>
      </p:pic>
      <p:pic>
        <p:nvPicPr>
          <p:cNvPr id="18" name="图片 17">
            <a:extLst>
              <a:ext uri="{FF2B5EF4-FFF2-40B4-BE49-F238E27FC236}">
                <a16:creationId xmlns:a16="http://schemas.microsoft.com/office/drawing/2014/main" id="{92FB5CC0-760B-E8DD-B84C-292C456D2367}"/>
              </a:ext>
            </a:extLst>
          </p:cNvPr>
          <p:cNvPicPr>
            <a:picLocks noChangeAspect="1"/>
          </p:cNvPicPr>
          <p:nvPr/>
        </p:nvPicPr>
        <p:blipFill>
          <a:blip r:embed="rId6"/>
          <a:stretch>
            <a:fillRect/>
          </a:stretch>
        </p:blipFill>
        <p:spPr>
          <a:xfrm>
            <a:off x="3706412" y="4437629"/>
            <a:ext cx="3057952" cy="1790950"/>
          </a:xfrm>
          <a:prstGeom prst="rect">
            <a:avLst/>
          </a:prstGeom>
        </p:spPr>
      </p:pic>
      <p:pic>
        <p:nvPicPr>
          <p:cNvPr id="20" name="图片 19">
            <a:extLst>
              <a:ext uri="{FF2B5EF4-FFF2-40B4-BE49-F238E27FC236}">
                <a16:creationId xmlns:a16="http://schemas.microsoft.com/office/drawing/2014/main" id="{62919D58-37C9-F405-7C3B-7B21659329CA}"/>
              </a:ext>
            </a:extLst>
          </p:cNvPr>
          <p:cNvPicPr>
            <a:picLocks noChangeAspect="1"/>
          </p:cNvPicPr>
          <p:nvPr/>
        </p:nvPicPr>
        <p:blipFill>
          <a:blip r:embed="rId7"/>
          <a:stretch>
            <a:fillRect/>
          </a:stretch>
        </p:blipFill>
        <p:spPr>
          <a:xfrm>
            <a:off x="6639459" y="4561794"/>
            <a:ext cx="3581900" cy="1714739"/>
          </a:xfrm>
          <a:prstGeom prst="rect">
            <a:avLst/>
          </a:prstGeom>
        </p:spPr>
      </p:pic>
    </p:spTree>
    <p:extLst>
      <p:ext uri="{BB962C8B-B14F-4D97-AF65-F5344CB8AC3E}">
        <p14:creationId xmlns:p14="http://schemas.microsoft.com/office/powerpoint/2010/main" val="18329790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D169E5-62BA-9D37-3204-94851791BE5A}"/>
            </a:ext>
          </a:extLst>
        </p:cNvPr>
        <p:cNvGrpSpPr/>
        <p:nvPr/>
      </p:nvGrpSpPr>
      <p:grpSpPr>
        <a:xfrm>
          <a:off x="0" y="0"/>
          <a:ext cx="0" cy="0"/>
          <a:chOff x="0" y="0"/>
          <a:chExt cx="0" cy="0"/>
        </a:xfrm>
      </p:grpSpPr>
      <p:sp>
        <p:nvSpPr>
          <p:cNvPr id="6" name="文本框 5">
            <a:extLst>
              <a:ext uri="{FF2B5EF4-FFF2-40B4-BE49-F238E27FC236}">
                <a16:creationId xmlns:a16="http://schemas.microsoft.com/office/drawing/2014/main" id="{B487ABE9-DD23-BEBF-2353-5C2CD232AC89}"/>
              </a:ext>
            </a:extLst>
          </p:cNvPr>
          <p:cNvSpPr txBox="1"/>
          <p:nvPr/>
        </p:nvSpPr>
        <p:spPr>
          <a:xfrm>
            <a:off x="613186" y="505609"/>
            <a:ext cx="4346090" cy="707886"/>
          </a:xfrm>
          <a:prstGeom prst="rect">
            <a:avLst/>
          </a:prstGeom>
          <a:noFill/>
        </p:spPr>
        <p:txBody>
          <a:bodyPr wrap="square" rtlCol="0">
            <a:spAutoFit/>
          </a:bodyPr>
          <a:lstStyle/>
          <a:p>
            <a:r>
              <a:rPr lang="zh-CN" altLang="en-US" sz="4000" dirty="0"/>
              <a:t>多量子门 </a:t>
            </a:r>
          </a:p>
        </p:txBody>
      </p:sp>
      <p:sp>
        <p:nvSpPr>
          <p:cNvPr id="2" name="文本框 1">
            <a:extLst>
              <a:ext uri="{FF2B5EF4-FFF2-40B4-BE49-F238E27FC236}">
                <a16:creationId xmlns:a16="http://schemas.microsoft.com/office/drawing/2014/main" id="{0A73C885-1362-6D54-1DD3-E24EE6A00815}"/>
              </a:ext>
            </a:extLst>
          </p:cNvPr>
          <p:cNvSpPr txBox="1"/>
          <p:nvPr/>
        </p:nvSpPr>
        <p:spPr>
          <a:xfrm>
            <a:off x="0" y="0"/>
            <a:ext cx="4346090" cy="369332"/>
          </a:xfrm>
          <a:prstGeom prst="rect">
            <a:avLst/>
          </a:prstGeom>
          <a:noFill/>
        </p:spPr>
        <p:txBody>
          <a:bodyPr wrap="square" rtlCol="0">
            <a:spAutoFit/>
          </a:bodyPr>
          <a:lstStyle/>
          <a:p>
            <a:r>
              <a:rPr lang="zh-CN" altLang="en-US" dirty="0"/>
              <a:t>量子比特</a:t>
            </a:r>
          </a:p>
        </p:txBody>
      </p:sp>
      <p:sp>
        <p:nvSpPr>
          <p:cNvPr id="9" name="文本框 8">
            <a:extLst>
              <a:ext uri="{FF2B5EF4-FFF2-40B4-BE49-F238E27FC236}">
                <a16:creationId xmlns:a16="http://schemas.microsoft.com/office/drawing/2014/main" id="{9EBD7279-75F3-B0B4-42C1-5760DA1A452B}"/>
              </a:ext>
            </a:extLst>
          </p:cNvPr>
          <p:cNvSpPr txBox="1"/>
          <p:nvPr/>
        </p:nvSpPr>
        <p:spPr>
          <a:xfrm>
            <a:off x="5327724" y="675947"/>
            <a:ext cx="6094206" cy="461665"/>
          </a:xfrm>
          <a:prstGeom prst="rect">
            <a:avLst/>
          </a:prstGeom>
          <a:noFill/>
        </p:spPr>
        <p:txBody>
          <a:bodyPr wrap="square">
            <a:spAutoFit/>
          </a:bodyPr>
          <a:lstStyle/>
          <a:p>
            <a:r>
              <a:rPr lang="zh-CN" altLang="en-US" sz="2400" b="1" dirty="0">
                <a:solidFill>
                  <a:srgbClr val="92D050"/>
                </a:solidFill>
              </a:rPr>
              <a:t>可逆变换</a:t>
            </a:r>
          </a:p>
        </p:txBody>
      </p:sp>
      <p:pic>
        <p:nvPicPr>
          <p:cNvPr id="4" name="图片 3">
            <a:extLst>
              <a:ext uri="{FF2B5EF4-FFF2-40B4-BE49-F238E27FC236}">
                <a16:creationId xmlns:a16="http://schemas.microsoft.com/office/drawing/2014/main" id="{73E89C7D-847A-6DA2-6BA3-AFE023493042}"/>
              </a:ext>
            </a:extLst>
          </p:cNvPr>
          <p:cNvPicPr>
            <a:picLocks noChangeAspect="1"/>
          </p:cNvPicPr>
          <p:nvPr/>
        </p:nvPicPr>
        <p:blipFill>
          <a:blip r:embed="rId2"/>
          <a:stretch>
            <a:fillRect/>
          </a:stretch>
        </p:blipFill>
        <p:spPr>
          <a:xfrm>
            <a:off x="460655" y="1626543"/>
            <a:ext cx="9097645" cy="657317"/>
          </a:xfrm>
          <a:prstGeom prst="rect">
            <a:avLst/>
          </a:prstGeom>
        </p:spPr>
      </p:pic>
      <p:pic>
        <p:nvPicPr>
          <p:cNvPr id="7" name="图片 6">
            <a:extLst>
              <a:ext uri="{FF2B5EF4-FFF2-40B4-BE49-F238E27FC236}">
                <a16:creationId xmlns:a16="http://schemas.microsoft.com/office/drawing/2014/main" id="{6FB29786-7E9F-07A2-E738-259E9C8B700F}"/>
              </a:ext>
            </a:extLst>
          </p:cNvPr>
          <p:cNvPicPr>
            <a:picLocks noChangeAspect="1"/>
          </p:cNvPicPr>
          <p:nvPr/>
        </p:nvPicPr>
        <p:blipFill>
          <a:blip r:embed="rId3"/>
          <a:stretch>
            <a:fillRect/>
          </a:stretch>
        </p:blipFill>
        <p:spPr>
          <a:xfrm>
            <a:off x="451222" y="2359329"/>
            <a:ext cx="5372850" cy="2591162"/>
          </a:xfrm>
          <a:prstGeom prst="rect">
            <a:avLst/>
          </a:prstGeom>
        </p:spPr>
      </p:pic>
      <p:pic>
        <p:nvPicPr>
          <p:cNvPr id="5" name="图片 4">
            <a:extLst>
              <a:ext uri="{FF2B5EF4-FFF2-40B4-BE49-F238E27FC236}">
                <a16:creationId xmlns:a16="http://schemas.microsoft.com/office/drawing/2014/main" id="{9BB5D80C-D5AC-E97C-B4E6-821B633A1DA0}"/>
              </a:ext>
            </a:extLst>
          </p:cNvPr>
          <p:cNvPicPr>
            <a:picLocks noChangeAspect="1"/>
          </p:cNvPicPr>
          <p:nvPr/>
        </p:nvPicPr>
        <p:blipFill>
          <a:blip r:embed="rId4"/>
          <a:stretch>
            <a:fillRect/>
          </a:stretch>
        </p:blipFill>
        <p:spPr>
          <a:xfrm>
            <a:off x="5565793" y="2320615"/>
            <a:ext cx="3886742" cy="1171739"/>
          </a:xfrm>
          <a:prstGeom prst="rect">
            <a:avLst/>
          </a:prstGeom>
        </p:spPr>
      </p:pic>
      <p:pic>
        <p:nvPicPr>
          <p:cNvPr id="10" name="图片 9">
            <a:extLst>
              <a:ext uri="{FF2B5EF4-FFF2-40B4-BE49-F238E27FC236}">
                <a16:creationId xmlns:a16="http://schemas.microsoft.com/office/drawing/2014/main" id="{3EDC65A1-6D62-8B78-46F8-8D02D110CE43}"/>
              </a:ext>
            </a:extLst>
          </p:cNvPr>
          <p:cNvPicPr>
            <a:picLocks noChangeAspect="1"/>
          </p:cNvPicPr>
          <p:nvPr/>
        </p:nvPicPr>
        <p:blipFill>
          <a:blip r:embed="rId5"/>
          <a:stretch>
            <a:fillRect/>
          </a:stretch>
        </p:blipFill>
        <p:spPr>
          <a:xfrm>
            <a:off x="5570621" y="3426195"/>
            <a:ext cx="3829584" cy="1181265"/>
          </a:xfrm>
          <a:prstGeom prst="rect">
            <a:avLst/>
          </a:prstGeom>
        </p:spPr>
      </p:pic>
      <p:pic>
        <p:nvPicPr>
          <p:cNvPr id="12" name="图片 11">
            <a:extLst>
              <a:ext uri="{FF2B5EF4-FFF2-40B4-BE49-F238E27FC236}">
                <a16:creationId xmlns:a16="http://schemas.microsoft.com/office/drawing/2014/main" id="{D5B5D232-D162-D3FC-2E12-40CE48F3F392}"/>
              </a:ext>
            </a:extLst>
          </p:cNvPr>
          <p:cNvPicPr>
            <a:picLocks noChangeAspect="1"/>
          </p:cNvPicPr>
          <p:nvPr/>
        </p:nvPicPr>
        <p:blipFill>
          <a:blip r:embed="rId6"/>
          <a:stretch>
            <a:fillRect/>
          </a:stretch>
        </p:blipFill>
        <p:spPr>
          <a:xfrm>
            <a:off x="578221" y="5055334"/>
            <a:ext cx="3839111" cy="1295581"/>
          </a:xfrm>
          <a:prstGeom prst="rect">
            <a:avLst/>
          </a:prstGeom>
        </p:spPr>
      </p:pic>
      <p:pic>
        <p:nvPicPr>
          <p:cNvPr id="14" name="图片 13">
            <a:extLst>
              <a:ext uri="{FF2B5EF4-FFF2-40B4-BE49-F238E27FC236}">
                <a16:creationId xmlns:a16="http://schemas.microsoft.com/office/drawing/2014/main" id="{C04AD1F2-ACD0-CEFC-DDB8-468070B2010C}"/>
              </a:ext>
            </a:extLst>
          </p:cNvPr>
          <p:cNvPicPr>
            <a:picLocks noChangeAspect="1"/>
          </p:cNvPicPr>
          <p:nvPr/>
        </p:nvPicPr>
        <p:blipFill>
          <a:blip r:embed="rId7"/>
          <a:stretch>
            <a:fillRect/>
          </a:stretch>
        </p:blipFill>
        <p:spPr>
          <a:xfrm>
            <a:off x="5519466" y="5126977"/>
            <a:ext cx="4763165" cy="1009791"/>
          </a:xfrm>
          <a:prstGeom prst="rect">
            <a:avLst/>
          </a:prstGeom>
        </p:spPr>
      </p:pic>
      <p:sp>
        <p:nvSpPr>
          <p:cNvPr id="15" name="文本框 14">
            <a:extLst>
              <a:ext uri="{FF2B5EF4-FFF2-40B4-BE49-F238E27FC236}">
                <a16:creationId xmlns:a16="http://schemas.microsoft.com/office/drawing/2014/main" id="{8918A33A-0BD7-3532-9F70-8A48A343DD32}"/>
              </a:ext>
            </a:extLst>
          </p:cNvPr>
          <p:cNvSpPr txBox="1"/>
          <p:nvPr/>
        </p:nvSpPr>
        <p:spPr>
          <a:xfrm>
            <a:off x="724394" y="6240483"/>
            <a:ext cx="11228119" cy="646331"/>
          </a:xfrm>
          <a:prstGeom prst="rect">
            <a:avLst/>
          </a:prstGeom>
          <a:noFill/>
        </p:spPr>
        <p:txBody>
          <a:bodyPr wrap="square" rtlCol="0">
            <a:spAutoFit/>
          </a:bodyPr>
          <a:lstStyle/>
          <a:p>
            <a:r>
              <a:rPr lang="en-US" altLang="zh-CN" dirty="0" err="1"/>
              <a:t>Cnot</a:t>
            </a:r>
            <a:r>
              <a:rPr lang="zh-CN" altLang="en-US" dirty="0"/>
              <a:t>门本身无法拆解为两个独立单量子门张量积，同时它也可以使得一些量子态会转化成无法写为单个量子态张量积相乘的状态</a:t>
            </a:r>
          </a:p>
        </p:txBody>
      </p:sp>
    </p:spTree>
    <p:extLst>
      <p:ext uri="{BB962C8B-B14F-4D97-AF65-F5344CB8AC3E}">
        <p14:creationId xmlns:p14="http://schemas.microsoft.com/office/powerpoint/2010/main" val="33078130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6BBB9B-1B63-3DD2-854D-84CDE750D393}"/>
            </a:ext>
          </a:extLst>
        </p:cNvPr>
        <p:cNvGrpSpPr/>
        <p:nvPr/>
      </p:nvGrpSpPr>
      <p:grpSpPr>
        <a:xfrm>
          <a:off x="0" y="0"/>
          <a:ext cx="0" cy="0"/>
          <a:chOff x="0" y="0"/>
          <a:chExt cx="0" cy="0"/>
        </a:xfrm>
      </p:grpSpPr>
      <p:sp>
        <p:nvSpPr>
          <p:cNvPr id="6" name="文本框 5">
            <a:extLst>
              <a:ext uri="{FF2B5EF4-FFF2-40B4-BE49-F238E27FC236}">
                <a16:creationId xmlns:a16="http://schemas.microsoft.com/office/drawing/2014/main" id="{CBB0C0FC-6E51-8EB4-D200-1DC7CD1D50B7}"/>
              </a:ext>
            </a:extLst>
          </p:cNvPr>
          <p:cNvSpPr txBox="1"/>
          <p:nvPr/>
        </p:nvSpPr>
        <p:spPr>
          <a:xfrm>
            <a:off x="613186" y="505609"/>
            <a:ext cx="4346090" cy="707886"/>
          </a:xfrm>
          <a:prstGeom prst="rect">
            <a:avLst/>
          </a:prstGeom>
          <a:noFill/>
        </p:spPr>
        <p:txBody>
          <a:bodyPr wrap="square" rtlCol="0">
            <a:spAutoFit/>
          </a:bodyPr>
          <a:lstStyle/>
          <a:p>
            <a:r>
              <a:rPr lang="zh-CN" altLang="en-US" sz="4000" dirty="0"/>
              <a:t>纠缠态 </a:t>
            </a:r>
          </a:p>
        </p:txBody>
      </p:sp>
      <p:sp>
        <p:nvSpPr>
          <p:cNvPr id="2" name="文本框 1">
            <a:extLst>
              <a:ext uri="{FF2B5EF4-FFF2-40B4-BE49-F238E27FC236}">
                <a16:creationId xmlns:a16="http://schemas.microsoft.com/office/drawing/2014/main" id="{4B762672-A6BC-65CA-FBF7-769627E14FCD}"/>
              </a:ext>
            </a:extLst>
          </p:cNvPr>
          <p:cNvSpPr txBox="1"/>
          <p:nvPr/>
        </p:nvSpPr>
        <p:spPr>
          <a:xfrm>
            <a:off x="0" y="0"/>
            <a:ext cx="4346090" cy="369332"/>
          </a:xfrm>
          <a:prstGeom prst="rect">
            <a:avLst/>
          </a:prstGeom>
          <a:noFill/>
        </p:spPr>
        <p:txBody>
          <a:bodyPr wrap="square" rtlCol="0">
            <a:spAutoFit/>
          </a:bodyPr>
          <a:lstStyle/>
          <a:p>
            <a:r>
              <a:rPr lang="zh-CN" altLang="en-US" dirty="0"/>
              <a:t>量子比特</a:t>
            </a:r>
          </a:p>
        </p:txBody>
      </p:sp>
      <p:pic>
        <p:nvPicPr>
          <p:cNvPr id="8" name="图片 7">
            <a:extLst>
              <a:ext uri="{FF2B5EF4-FFF2-40B4-BE49-F238E27FC236}">
                <a16:creationId xmlns:a16="http://schemas.microsoft.com/office/drawing/2014/main" id="{56EC6FA1-81D8-120D-F70D-5D603154563D}"/>
              </a:ext>
            </a:extLst>
          </p:cNvPr>
          <p:cNvPicPr>
            <a:picLocks noChangeAspect="1"/>
          </p:cNvPicPr>
          <p:nvPr/>
        </p:nvPicPr>
        <p:blipFill>
          <a:blip r:embed="rId2"/>
          <a:stretch>
            <a:fillRect/>
          </a:stretch>
        </p:blipFill>
        <p:spPr>
          <a:xfrm>
            <a:off x="601261" y="1245507"/>
            <a:ext cx="8697539" cy="590632"/>
          </a:xfrm>
          <a:prstGeom prst="rect">
            <a:avLst/>
          </a:prstGeom>
        </p:spPr>
      </p:pic>
      <p:sp>
        <p:nvSpPr>
          <p:cNvPr id="11" name="文本框 10">
            <a:extLst>
              <a:ext uri="{FF2B5EF4-FFF2-40B4-BE49-F238E27FC236}">
                <a16:creationId xmlns:a16="http://schemas.microsoft.com/office/drawing/2014/main" id="{6D821129-BE57-8575-A102-8AA6847D096C}"/>
              </a:ext>
            </a:extLst>
          </p:cNvPr>
          <p:cNvSpPr txBox="1"/>
          <p:nvPr/>
        </p:nvSpPr>
        <p:spPr>
          <a:xfrm>
            <a:off x="1181222" y="0"/>
            <a:ext cx="4346090" cy="369332"/>
          </a:xfrm>
          <a:prstGeom prst="rect">
            <a:avLst/>
          </a:prstGeom>
          <a:noFill/>
        </p:spPr>
        <p:txBody>
          <a:bodyPr wrap="square" rtlCol="0">
            <a:spAutoFit/>
          </a:bodyPr>
          <a:lstStyle/>
          <a:p>
            <a:r>
              <a:rPr lang="zh-CN" altLang="en-US" dirty="0"/>
              <a:t>量子门 </a:t>
            </a:r>
          </a:p>
        </p:txBody>
      </p:sp>
      <p:pic>
        <p:nvPicPr>
          <p:cNvPr id="13" name="图片 12">
            <a:extLst>
              <a:ext uri="{FF2B5EF4-FFF2-40B4-BE49-F238E27FC236}">
                <a16:creationId xmlns:a16="http://schemas.microsoft.com/office/drawing/2014/main" id="{EBDDB77E-D6CD-27B9-FF96-5FC570BBE0EC}"/>
              </a:ext>
            </a:extLst>
          </p:cNvPr>
          <p:cNvPicPr>
            <a:picLocks noChangeAspect="1"/>
          </p:cNvPicPr>
          <p:nvPr/>
        </p:nvPicPr>
        <p:blipFill>
          <a:blip r:embed="rId3"/>
          <a:stretch>
            <a:fillRect/>
          </a:stretch>
        </p:blipFill>
        <p:spPr>
          <a:xfrm>
            <a:off x="656521" y="1914702"/>
            <a:ext cx="4763165" cy="1009791"/>
          </a:xfrm>
          <a:prstGeom prst="rect">
            <a:avLst/>
          </a:prstGeom>
        </p:spPr>
      </p:pic>
    </p:spTree>
    <p:extLst>
      <p:ext uri="{BB962C8B-B14F-4D97-AF65-F5344CB8AC3E}">
        <p14:creationId xmlns:p14="http://schemas.microsoft.com/office/powerpoint/2010/main" val="30056778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46BC43-9D5B-F9A6-FB1B-6874D09E8CBC}"/>
            </a:ext>
          </a:extLst>
        </p:cNvPr>
        <p:cNvGrpSpPr/>
        <p:nvPr/>
      </p:nvGrpSpPr>
      <p:grpSpPr>
        <a:xfrm>
          <a:off x="0" y="0"/>
          <a:ext cx="0" cy="0"/>
          <a:chOff x="0" y="0"/>
          <a:chExt cx="0" cy="0"/>
        </a:xfrm>
      </p:grpSpPr>
      <p:sp>
        <p:nvSpPr>
          <p:cNvPr id="6" name="文本框 5">
            <a:extLst>
              <a:ext uri="{FF2B5EF4-FFF2-40B4-BE49-F238E27FC236}">
                <a16:creationId xmlns:a16="http://schemas.microsoft.com/office/drawing/2014/main" id="{20287AD9-DE08-6BFA-8A0C-3FCA5EACA365}"/>
              </a:ext>
            </a:extLst>
          </p:cNvPr>
          <p:cNvSpPr txBox="1"/>
          <p:nvPr/>
        </p:nvSpPr>
        <p:spPr>
          <a:xfrm>
            <a:off x="625061" y="4181023"/>
            <a:ext cx="4346090" cy="707886"/>
          </a:xfrm>
          <a:prstGeom prst="rect">
            <a:avLst/>
          </a:prstGeom>
          <a:noFill/>
        </p:spPr>
        <p:txBody>
          <a:bodyPr wrap="square" rtlCol="0">
            <a:spAutoFit/>
          </a:bodyPr>
          <a:lstStyle/>
          <a:p>
            <a:r>
              <a:rPr lang="zh-CN" altLang="en-US" sz="4000" dirty="0"/>
              <a:t>纠缠态 </a:t>
            </a:r>
          </a:p>
        </p:txBody>
      </p:sp>
      <p:sp>
        <p:nvSpPr>
          <p:cNvPr id="2" name="文本框 1">
            <a:extLst>
              <a:ext uri="{FF2B5EF4-FFF2-40B4-BE49-F238E27FC236}">
                <a16:creationId xmlns:a16="http://schemas.microsoft.com/office/drawing/2014/main" id="{1640F4C6-1072-C261-6F42-25374FB6A686}"/>
              </a:ext>
            </a:extLst>
          </p:cNvPr>
          <p:cNvSpPr txBox="1"/>
          <p:nvPr/>
        </p:nvSpPr>
        <p:spPr>
          <a:xfrm>
            <a:off x="0" y="0"/>
            <a:ext cx="4346090" cy="369332"/>
          </a:xfrm>
          <a:prstGeom prst="rect">
            <a:avLst/>
          </a:prstGeom>
          <a:noFill/>
        </p:spPr>
        <p:txBody>
          <a:bodyPr wrap="square" rtlCol="0">
            <a:spAutoFit/>
          </a:bodyPr>
          <a:lstStyle/>
          <a:p>
            <a:r>
              <a:rPr lang="zh-CN" altLang="en-US" dirty="0"/>
              <a:t>量子比特</a:t>
            </a:r>
          </a:p>
        </p:txBody>
      </p:sp>
      <p:pic>
        <p:nvPicPr>
          <p:cNvPr id="8" name="图片 7">
            <a:extLst>
              <a:ext uri="{FF2B5EF4-FFF2-40B4-BE49-F238E27FC236}">
                <a16:creationId xmlns:a16="http://schemas.microsoft.com/office/drawing/2014/main" id="{20D5659D-A587-5035-43D2-BCEC176ED902}"/>
              </a:ext>
            </a:extLst>
          </p:cNvPr>
          <p:cNvPicPr>
            <a:picLocks noChangeAspect="1"/>
          </p:cNvPicPr>
          <p:nvPr/>
        </p:nvPicPr>
        <p:blipFill>
          <a:blip r:embed="rId2"/>
          <a:stretch>
            <a:fillRect/>
          </a:stretch>
        </p:blipFill>
        <p:spPr>
          <a:xfrm>
            <a:off x="785329" y="5051548"/>
            <a:ext cx="8697539" cy="590632"/>
          </a:xfrm>
          <a:prstGeom prst="rect">
            <a:avLst/>
          </a:prstGeom>
        </p:spPr>
      </p:pic>
      <p:sp>
        <p:nvSpPr>
          <p:cNvPr id="11" name="文本框 10">
            <a:extLst>
              <a:ext uri="{FF2B5EF4-FFF2-40B4-BE49-F238E27FC236}">
                <a16:creationId xmlns:a16="http://schemas.microsoft.com/office/drawing/2014/main" id="{8D251A31-176D-FA84-891D-AC80A7DA4BB1}"/>
              </a:ext>
            </a:extLst>
          </p:cNvPr>
          <p:cNvSpPr txBox="1"/>
          <p:nvPr/>
        </p:nvSpPr>
        <p:spPr>
          <a:xfrm>
            <a:off x="1181222" y="0"/>
            <a:ext cx="4346090" cy="369332"/>
          </a:xfrm>
          <a:prstGeom prst="rect">
            <a:avLst/>
          </a:prstGeom>
          <a:noFill/>
        </p:spPr>
        <p:txBody>
          <a:bodyPr wrap="square" rtlCol="0">
            <a:spAutoFit/>
          </a:bodyPr>
          <a:lstStyle/>
          <a:p>
            <a:r>
              <a:rPr lang="zh-CN" altLang="en-US" dirty="0"/>
              <a:t>量子门 </a:t>
            </a:r>
          </a:p>
        </p:txBody>
      </p:sp>
      <p:pic>
        <p:nvPicPr>
          <p:cNvPr id="13" name="图片 12">
            <a:extLst>
              <a:ext uri="{FF2B5EF4-FFF2-40B4-BE49-F238E27FC236}">
                <a16:creationId xmlns:a16="http://schemas.microsoft.com/office/drawing/2014/main" id="{9E5DA2E0-ACC9-F400-56D6-8D962BD63CCB}"/>
              </a:ext>
            </a:extLst>
          </p:cNvPr>
          <p:cNvPicPr>
            <a:picLocks noChangeAspect="1"/>
          </p:cNvPicPr>
          <p:nvPr/>
        </p:nvPicPr>
        <p:blipFill>
          <a:blip r:embed="rId3"/>
          <a:stretch>
            <a:fillRect/>
          </a:stretch>
        </p:blipFill>
        <p:spPr>
          <a:xfrm>
            <a:off x="787149" y="5619805"/>
            <a:ext cx="4763165" cy="1009791"/>
          </a:xfrm>
          <a:prstGeom prst="rect">
            <a:avLst/>
          </a:prstGeom>
        </p:spPr>
      </p:pic>
      <p:pic>
        <p:nvPicPr>
          <p:cNvPr id="4" name="图片 3">
            <a:extLst>
              <a:ext uri="{FF2B5EF4-FFF2-40B4-BE49-F238E27FC236}">
                <a16:creationId xmlns:a16="http://schemas.microsoft.com/office/drawing/2014/main" id="{99F430DF-96B2-82A6-D575-EC5CE190775F}"/>
              </a:ext>
            </a:extLst>
          </p:cNvPr>
          <p:cNvPicPr>
            <a:picLocks noChangeAspect="1"/>
          </p:cNvPicPr>
          <p:nvPr/>
        </p:nvPicPr>
        <p:blipFill>
          <a:blip r:embed="rId4"/>
          <a:stretch>
            <a:fillRect/>
          </a:stretch>
        </p:blipFill>
        <p:spPr>
          <a:xfrm>
            <a:off x="726174" y="894899"/>
            <a:ext cx="5115639" cy="2229161"/>
          </a:xfrm>
          <a:prstGeom prst="rect">
            <a:avLst/>
          </a:prstGeom>
        </p:spPr>
      </p:pic>
      <p:sp>
        <p:nvSpPr>
          <p:cNvPr id="3" name="文本框 2">
            <a:extLst>
              <a:ext uri="{FF2B5EF4-FFF2-40B4-BE49-F238E27FC236}">
                <a16:creationId xmlns:a16="http://schemas.microsoft.com/office/drawing/2014/main" id="{3E7C4721-17BF-AB7A-8CE2-3AA6F22F49D2}"/>
              </a:ext>
            </a:extLst>
          </p:cNvPr>
          <p:cNvSpPr txBox="1"/>
          <p:nvPr/>
        </p:nvSpPr>
        <p:spPr>
          <a:xfrm>
            <a:off x="488495" y="416544"/>
            <a:ext cx="4346090" cy="707886"/>
          </a:xfrm>
          <a:prstGeom prst="rect">
            <a:avLst/>
          </a:prstGeom>
          <a:noFill/>
        </p:spPr>
        <p:txBody>
          <a:bodyPr wrap="square" rtlCol="0">
            <a:spAutoFit/>
          </a:bodyPr>
          <a:lstStyle/>
          <a:p>
            <a:r>
              <a:rPr lang="en-US" altLang="zh-CN" sz="4000" dirty="0"/>
              <a:t>Qubits </a:t>
            </a:r>
            <a:r>
              <a:rPr lang="zh-CN" altLang="en-US" sz="4000" dirty="0"/>
              <a:t>多量子比特</a:t>
            </a:r>
          </a:p>
        </p:txBody>
      </p:sp>
      <p:pic>
        <p:nvPicPr>
          <p:cNvPr id="5" name="图片 4">
            <a:extLst>
              <a:ext uri="{FF2B5EF4-FFF2-40B4-BE49-F238E27FC236}">
                <a16:creationId xmlns:a16="http://schemas.microsoft.com/office/drawing/2014/main" id="{002EFD98-E3BD-CBE7-C251-6CE039790368}"/>
              </a:ext>
            </a:extLst>
          </p:cNvPr>
          <p:cNvPicPr>
            <a:picLocks noChangeAspect="1"/>
          </p:cNvPicPr>
          <p:nvPr/>
        </p:nvPicPr>
        <p:blipFill>
          <a:blip r:embed="rId5"/>
          <a:stretch>
            <a:fillRect/>
          </a:stretch>
        </p:blipFill>
        <p:spPr>
          <a:xfrm>
            <a:off x="957756" y="3066365"/>
            <a:ext cx="6687483" cy="1086002"/>
          </a:xfrm>
          <a:prstGeom prst="rect">
            <a:avLst/>
          </a:prstGeom>
        </p:spPr>
      </p:pic>
    </p:spTree>
    <p:extLst>
      <p:ext uri="{BB962C8B-B14F-4D97-AF65-F5344CB8AC3E}">
        <p14:creationId xmlns:p14="http://schemas.microsoft.com/office/powerpoint/2010/main" val="26494006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22E4DE-C0FE-C2CE-17E2-5055D766F04C}"/>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F48508F5-510C-DAD4-6A21-5EF5EF8D9868}"/>
              </a:ext>
            </a:extLst>
          </p:cNvPr>
          <p:cNvSpPr txBox="1"/>
          <p:nvPr/>
        </p:nvSpPr>
        <p:spPr>
          <a:xfrm>
            <a:off x="0" y="0"/>
            <a:ext cx="4346090" cy="369332"/>
          </a:xfrm>
          <a:prstGeom prst="rect">
            <a:avLst/>
          </a:prstGeom>
          <a:noFill/>
        </p:spPr>
        <p:txBody>
          <a:bodyPr wrap="square" rtlCol="0">
            <a:spAutoFit/>
          </a:bodyPr>
          <a:lstStyle/>
          <a:p>
            <a:r>
              <a:rPr lang="zh-CN" altLang="en-US" dirty="0"/>
              <a:t>量子比特</a:t>
            </a:r>
          </a:p>
        </p:txBody>
      </p:sp>
      <p:sp>
        <p:nvSpPr>
          <p:cNvPr id="11" name="文本框 10">
            <a:extLst>
              <a:ext uri="{FF2B5EF4-FFF2-40B4-BE49-F238E27FC236}">
                <a16:creationId xmlns:a16="http://schemas.microsoft.com/office/drawing/2014/main" id="{2DA069F7-2A24-FA3C-D1CE-B1EF69940487}"/>
              </a:ext>
            </a:extLst>
          </p:cNvPr>
          <p:cNvSpPr txBox="1"/>
          <p:nvPr/>
        </p:nvSpPr>
        <p:spPr>
          <a:xfrm>
            <a:off x="1181222" y="0"/>
            <a:ext cx="4346090" cy="369332"/>
          </a:xfrm>
          <a:prstGeom prst="rect">
            <a:avLst/>
          </a:prstGeom>
          <a:noFill/>
        </p:spPr>
        <p:txBody>
          <a:bodyPr wrap="square" rtlCol="0">
            <a:spAutoFit/>
          </a:bodyPr>
          <a:lstStyle/>
          <a:p>
            <a:r>
              <a:rPr lang="zh-CN" altLang="en-US" dirty="0"/>
              <a:t>量子门 </a:t>
            </a:r>
          </a:p>
        </p:txBody>
      </p:sp>
      <p:pic>
        <p:nvPicPr>
          <p:cNvPr id="9" name="图片 8">
            <a:extLst>
              <a:ext uri="{FF2B5EF4-FFF2-40B4-BE49-F238E27FC236}">
                <a16:creationId xmlns:a16="http://schemas.microsoft.com/office/drawing/2014/main" id="{46D3DCCE-B134-6EAB-0648-1D9CB779C9A9}"/>
              </a:ext>
            </a:extLst>
          </p:cNvPr>
          <p:cNvPicPr>
            <a:picLocks noChangeAspect="1"/>
          </p:cNvPicPr>
          <p:nvPr/>
        </p:nvPicPr>
        <p:blipFill>
          <a:blip r:embed="rId2"/>
          <a:stretch>
            <a:fillRect/>
          </a:stretch>
        </p:blipFill>
        <p:spPr>
          <a:xfrm>
            <a:off x="722222" y="2707412"/>
            <a:ext cx="1876687" cy="552527"/>
          </a:xfrm>
          <a:prstGeom prst="rect">
            <a:avLst/>
          </a:prstGeom>
        </p:spPr>
      </p:pic>
      <p:pic>
        <p:nvPicPr>
          <p:cNvPr id="12" name="图片 11">
            <a:extLst>
              <a:ext uri="{FF2B5EF4-FFF2-40B4-BE49-F238E27FC236}">
                <a16:creationId xmlns:a16="http://schemas.microsoft.com/office/drawing/2014/main" id="{5F5AAA66-20C5-768F-BECC-FDF3EDC74EE1}"/>
              </a:ext>
            </a:extLst>
          </p:cNvPr>
          <p:cNvPicPr>
            <a:picLocks noChangeAspect="1"/>
          </p:cNvPicPr>
          <p:nvPr/>
        </p:nvPicPr>
        <p:blipFill>
          <a:blip r:embed="rId3"/>
          <a:stretch>
            <a:fillRect/>
          </a:stretch>
        </p:blipFill>
        <p:spPr>
          <a:xfrm>
            <a:off x="911965" y="629164"/>
            <a:ext cx="1200318" cy="600159"/>
          </a:xfrm>
          <a:prstGeom prst="rect">
            <a:avLst/>
          </a:prstGeom>
        </p:spPr>
      </p:pic>
      <p:pic>
        <p:nvPicPr>
          <p:cNvPr id="15" name="图片 14">
            <a:extLst>
              <a:ext uri="{FF2B5EF4-FFF2-40B4-BE49-F238E27FC236}">
                <a16:creationId xmlns:a16="http://schemas.microsoft.com/office/drawing/2014/main" id="{BEB52124-0B56-2B8B-23AB-B9CCCDAA5E4D}"/>
              </a:ext>
            </a:extLst>
          </p:cNvPr>
          <p:cNvPicPr>
            <a:picLocks noChangeAspect="1"/>
          </p:cNvPicPr>
          <p:nvPr/>
        </p:nvPicPr>
        <p:blipFill>
          <a:blip r:embed="rId4"/>
          <a:stretch>
            <a:fillRect/>
          </a:stretch>
        </p:blipFill>
        <p:spPr>
          <a:xfrm>
            <a:off x="5852823" y="2800129"/>
            <a:ext cx="4143953" cy="485843"/>
          </a:xfrm>
          <a:prstGeom prst="rect">
            <a:avLst/>
          </a:prstGeom>
        </p:spPr>
      </p:pic>
      <p:pic>
        <p:nvPicPr>
          <p:cNvPr id="17" name="图片 16">
            <a:extLst>
              <a:ext uri="{FF2B5EF4-FFF2-40B4-BE49-F238E27FC236}">
                <a16:creationId xmlns:a16="http://schemas.microsoft.com/office/drawing/2014/main" id="{F8BCC445-D7E5-EE12-92A8-2CDAF2188B15}"/>
              </a:ext>
            </a:extLst>
          </p:cNvPr>
          <p:cNvPicPr>
            <a:picLocks noChangeAspect="1"/>
          </p:cNvPicPr>
          <p:nvPr/>
        </p:nvPicPr>
        <p:blipFill>
          <a:blip r:embed="rId5"/>
          <a:stretch>
            <a:fillRect/>
          </a:stretch>
        </p:blipFill>
        <p:spPr>
          <a:xfrm>
            <a:off x="6056853" y="443661"/>
            <a:ext cx="1705213" cy="781159"/>
          </a:xfrm>
          <a:prstGeom prst="rect">
            <a:avLst/>
          </a:prstGeom>
        </p:spPr>
      </p:pic>
      <p:pic>
        <p:nvPicPr>
          <p:cNvPr id="19" name="图片 18">
            <a:extLst>
              <a:ext uri="{FF2B5EF4-FFF2-40B4-BE49-F238E27FC236}">
                <a16:creationId xmlns:a16="http://schemas.microsoft.com/office/drawing/2014/main" id="{BDF7E003-72E9-BE70-DE6C-0C2358C97AC5}"/>
              </a:ext>
            </a:extLst>
          </p:cNvPr>
          <p:cNvPicPr>
            <a:picLocks noChangeAspect="1"/>
          </p:cNvPicPr>
          <p:nvPr/>
        </p:nvPicPr>
        <p:blipFill>
          <a:blip r:embed="rId6"/>
          <a:stretch>
            <a:fillRect/>
          </a:stretch>
        </p:blipFill>
        <p:spPr>
          <a:xfrm>
            <a:off x="1949044" y="4740636"/>
            <a:ext cx="7011378" cy="428685"/>
          </a:xfrm>
          <a:prstGeom prst="rect">
            <a:avLst/>
          </a:prstGeom>
        </p:spPr>
      </p:pic>
    </p:spTree>
    <p:extLst>
      <p:ext uri="{BB962C8B-B14F-4D97-AF65-F5344CB8AC3E}">
        <p14:creationId xmlns:p14="http://schemas.microsoft.com/office/powerpoint/2010/main" val="32357596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E44846-A5D6-E742-E57D-52DF8AEEDF88}"/>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40AB370E-FDD7-7E70-34D8-B3199E4F4586}"/>
              </a:ext>
            </a:extLst>
          </p:cNvPr>
          <p:cNvSpPr txBox="1"/>
          <p:nvPr/>
        </p:nvSpPr>
        <p:spPr>
          <a:xfrm>
            <a:off x="0" y="0"/>
            <a:ext cx="4346090" cy="369332"/>
          </a:xfrm>
          <a:prstGeom prst="rect">
            <a:avLst/>
          </a:prstGeom>
          <a:noFill/>
        </p:spPr>
        <p:txBody>
          <a:bodyPr wrap="square" rtlCol="0">
            <a:spAutoFit/>
          </a:bodyPr>
          <a:lstStyle/>
          <a:p>
            <a:r>
              <a:rPr lang="zh-CN" altLang="en-US" dirty="0"/>
              <a:t>量子比特</a:t>
            </a:r>
          </a:p>
        </p:txBody>
      </p:sp>
      <p:sp>
        <p:nvSpPr>
          <p:cNvPr id="11" name="文本框 10">
            <a:extLst>
              <a:ext uri="{FF2B5EF4-FFF2-40B4-BE49-F238E27FC236}">
                <a16:creationId xmlns:a16="http://schemas.microsoft.com/office/drawing/2014/main" id="{7EC090FC-E0A5-AD89-343E-7661B34E36DD}"/>
              </a:ext>
            </a:extLst>
          </p:cNvPr>
          <p:cNvSpPr txBox="1"/>
          <p:nvPr/>
        </p:nvSpPr>
        <p:spPr>
          <a:xfrm>
            <a:off x="1181222" y="0"/>
            <a:ext cx="4346090" cy="369332"/>
          </a:xfrm>
          <a:prstGeom prst="rect">
            <a:avLst/>
          </a:prstGeom>
          <a:noFill/>
        </p:spPr>
        <p:txBody>
          <a:bodyPr wrap="square" rtlCol="0">
            <a:spAutoFit/>
          </a:bodyPr>
          <a:lstStyle/>
          <a:p>
            <a:r>
              <a:rPr lang="zh-CN" altLang="en-US" dirty="0"/>
              <a:t>量子门 </a:t>
            </a:r>
          </a:p>
        </p:txBody>
      </p:sp>
      <p:pic>
        <p:nvPicPr>
          <p:cNvPr id="4" name="图片 3">
            <a:extLst>
              <a:ext uri="{FF2B5EF4-FFF2-40B4-BE49-F238E27FC236}">
                <a16:creationId xmlns:a16="http://schemas.microsoft.com/office/drawing/2014/main" id="{C4EBA104-312A-07DC-0EAD-4E3EC32277A0}"/>
              </a:ext>
            </a:extLst>
          </p:cNvPr>
          <p:cNvPicPr>
            <a:picLocks noChangeAspect="1"/>
          </p:cNvPicPr>
          <p:nvPr/>
        </p:nvPicPr>
        <p:blipFill>
          <a:blip r:embed="rId2"/>
          <a:stretch>
            <a:fillRect/>
          </a:stretch>
        </p:blipFill>
        <p:spPr>
          <a:xfrm>
            <a:off x="0" y="3073585"/>
            <a:ext cx="12192000" cy="556447"/>
          </a:xfrm>
          <a:prstGeom prst="rect">
            <a:avLst/>
          </a:prstGeom>
        </p:spPr>
      </p:pic>
    </p:spTree>
    <p:extLst>
      <p:ext uri="{BB962C8B-B14F-4D97-AF65-F5344CB8AC3E}">
        <p14:creationId xmlns:p14="http://schemas.microsoft.com/office/powerpoint/2010/main" val="8948512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7BF3C8-8EA6-67E0-F851-61464A75DFBC}"/>
            </a:ext>
          </a:extLst>
        </p:cNvPr>
        <p:cNvGrpSpPr/>
        <p:nvPr/>
      </p:nvGrpSpPr>
      <p:grpSpPr>
        <a:xfrm>
          <a:off x="0" y="0"/>
          <a:ext cx="0" cy="0"/>
          <a:chOff x="0" y="0"/>
          <a:chExt cx="0" cy="0"/>
        </a:xfrm>
      </p:grpSpPr>
      <p:sp>
        <p:nvSpPr>
          <p:cNvPr id="6" name="文本框 5">
            <a:extLst>
              <a:ext uri="{FF2B5EF4-FFF2-40B4-BE49-F238E27FC236}">
                <a16:creationId xmlns:a16="http://schemas.microsoft.com/office/drawing/2014/main" id="{59CB67E7-C5CA-76E8-9732-B4004B8A9AEE}"/>
              </a:ext>
            </a:extLst>
          </p:cNvPr>
          <p:cNvSpPr txBox="1"/>
          <p:nvPr/>
        </p:nvSpPr>
        <p:spPr>
          <a:xfrm>
            <a:off x="613186" y="505609"/>
            <a:ext cx="4346090" cy="707886"/>
          </a:xfrm>
          <a:prstGeom prst="rect">
            <a:avLst/>
          </a:prstGeom>
          <a:noFill/>
        </p:spPr>
        <p:txBody>
          <a:bodyPr wrap="square" rtlCol="0">
            <a:spAutoFit/>
          </a:bodyPr>
          <a:lstStyle/>
          <a:p>
            <a:r>
              <a:rPr lang="en-US" altLang="zh-CN" sz="4000" dirty="0"/>
              <a:t>question</a:t>
            </a:r>
            <a:r>
              <a:rPr lang="zh-CN" altLang="en-US" sz="4000" dirty="0"/>
              <a:t> </a:t>
            </a:r>
          </a:p>
        </p:txBody>
      </p:sp>
      <p:pic>
        <p:nvPicPr>
          <p:cNvPr id="8" name="图片 7">
            <a:extLst>
              <a:ext uri="{FF2B5EF4-FFF2-40B4-BE49-F238E27FC236}">
                <a16:creationId xmlns:a16="http://schemas.microsoft.com/office/drawing/2014/main" id="{C90AAA8A-716A-5EBD-8E28-095E60E104F4}"/>
              </a:ext>
            </a:extLst>
          </p:cNvPr>
          <p:cNvPicPr>
            <a:picLocks noChangeAspect="1"/>
          </p:cNvPicPr>
          <p:nvPr/>
        </p:nvPicPr>
        <p:blipFill>
          <a:blip r:embed="rId2"/>
          <a:stretch>
            <a:fillRect/>
          </a:stretch>
        </p:blipFill>
        <p:spPr>
          <a:xfrm>
            <a:off x="553365" y="1388141"/>
            <a:ext cx="6382641" cy="495369"/>
          </a:xfrm>
          <a:prstGeom prst="rect">
            <a:avLst/>
          </a:prstGeom>
        </p:spPr>
      </p:pic>
      <p:pic>
        <p:nvPicPr>
          <p:cNvPr id="13" name="图片 12">
            <a:extLst>
              <a:ext uri="{FF2B5EF4-FFF2-40B4-BE49-F238E27FC236}">
                <a16:creationId xmlns:a16="http://schemas.microsoft.com/office/drawing/2014/main" id="{A26CC271-4744-F1BA-2770-68BC0DD3F21E}"/>
              </a:ext>
            </a:extLst>
          </p:cNvPr>
          <p:cNvPicPr>
            <a:picLocks noChangeAspect="1"/>
          </p:cNvPicPr>
          <p:nvPr/>
        </p:nvPicPr>
        <p:blipFill>
          <a:blip r:embed="rId3"/>
          <a:stretch>
            <a:fillRect/>
          </a:stretch>
        </p:blipFill>
        <p:spPr>
          <a:xfrm>
            <a:off x="603288" y="1965467"/>
            <a:ext cx="10688542" cy="1228896"/>
          </a:xfrm>
          <a:prstGeom prst="rect">
            <a:avLst/>
          </a:prstGeom>
        </p:spPr>
      </p:pic>
    </p:spTree>
    <p:extLst>
      <p:ext uri="{BB962C8B-B14F-4D97-AF65-F5344CB8AC3E}">
        <p14:creationId xmlns:p14="http://schemas.microsoft.com/office/powerpoint/2010/main" val="4092917581"/>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124</TotalTime>
  <Words>95</Words>
  <Application>Microsoft Office PowerPoint</Application>
  <PresentationFormat>宽屏</PresentationFormat>
  <Paragraphs>24</Paragraphs>
  <Slides>10</Slides>
  <Notes>0</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10</vt:i4>
      </vt:variant>
    </vt:vector>
  </HeadingPairs>
  <TitlesOfParts>
    <vt:vector size="14" baseType="lpstr">
      <vt:lpstr>等线</vt:lpstr>
      <vt:lpstr>等线 Light</vt:lpstr>
      <vt:lpstr>Arial</vt:lpstr>
      <vt:lpstr>Office 主题​​</vt:lpstr>
      <vt:lpstr>通用量子计算机的基本构成</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恩泽 施</dc:creator>
  <cp:lastModifiedBy>恩泽 施</cp:lastModifiedBy>
  <cp:revision>5</cp:revision>
  <dcterms:created xsi:type="dcterms:W3CDTF">2026-04-22T05:33:48Z</dcterms:created>
  <dcterms:modified xsi:type="dcterms:W3CDTF">2026-04-22T10:00:07Z</dcterms:modified>
</cp:coreProperties>
</file>